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65" r:id="rId4"/>
    <p:sldId id="266" r:id="rId5"/>
    <p:sldId id="257" r:id="rId6"/>
    <p:sldId id="267" r:id="rId7"/>
    <p:sldId id="268" r:id="rId8"/>
    <p:sldId id="269" r:id="rId9"/>
    <p:sldId id="271" r:id="rId10"/>
    <p:sldId id="270" r:id="rId11"/>
    <p:sldId id="272" r:id="rId12"/>
    <p:sldId id="273" r:id="rId13"/>
    <p:sldId id="274" r:id="rId14"/>
    <p:sldId id="276" r:id="rId15"/>
    <p:sldId id="277" r:id="rId16"/>
    <p:sldId id="279" r:id="rId17"/>
    <p:sldId id="280" r:id="rId18"/>
    <p:sldId id="281" r:id="rId19"/>
    <p:sldId id="282" r:id="rId20"/>
    <p:sldId id="283" r:id="rId21"/>
    <p:sldId id="284" r:id="rId22"/>
    <p:sldId id="285" r:id="rId23"/>
    <p:sldId id="286" r:id="rId24"/>
    <p:sldId id="287" r:id="rId25"/>
    <p:sldId id="288" r:id="rId26"/>
    <p:sldId id="289" r:id="rId27"/>
    <p:sldId id="290" r:id="rId28"/>
    <p:sldId id="292" r:id="rId29"/>
    <p:sldId id="293" r:id="rId30"/>
    <p:sldId id="295" r:id="rId31"/>
    <p:sldId id="294" r:id="rId32"/>
    <p:sldId id="291" r:id="rId33"/>
    <p:sldId id="296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E56CA53-E061-4AAE-A158-BB2D1C8CF504}" type="doc">
      <dgm:prSet loTypeId="urn:microsoft.com/office/officeart/2008/layout/HorizontalMultiLevelHierarchy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937C791B-3F40-42B1-A47E-787757EF64D5}">
      <dgm:prSet phldrT="[Text]" phldr="0"/>
      <dgm:spPr/>
      <dgm:t>
        <a:bodyPr/>
        <a:lstStyle/>
        <a:p>
          <a:r>
            <a:rPr lang="en-US" b="1" dirty="0"/>
            <a:t>WEBSITE</a:t>
          </a:r>
          <a:endParaRPr lang="en-IN" b="1" dirty="0"/>
        </a:p>
      </dgm:t>
    </dgm:pt>
    <dgm:pt modelId="{1CFDE347-E2C2-4999-BA40-BA03C4DBC212}" type="parTrans" cxnId="{1B687C54-E0D4-418A-8E04-2FFEECC295F7}">
      <dgm:prSet/>
      <dgm:spPr/>
      <dgm:t>
        <a:bodyPr/>
        <a:lstStyle/>
        <a:p>
          <a:endParaRPr lang="en-IN"/>
        </a:p>
      </dgm:t>
    </dgm:pt>
    <dgm:pt modelId="{59F02131-F6C6-42C2-A24D-EBD12A8372FE}" type="sibTrans" cxnId="{1B687C54-E0D4-418A-8E04-2FFEECC295F7}">
      <dgm:prSet/>
      <dgm:spPr/>
      <dgm:t>
        <a:bodyPr/>
        <a:lstStyle/>
        <a:p>
          <a:endParaRPr lang="en-IN"/>
        </a:p>
      </dgm:t>
    </dgm:pt>
    <dgm:pt modelId="{31F25660-B33B-4B48-8F1C-A4AF18309F57}">
      <dgm:prSet phldrT="[Text]" phldr="0"/>
      <dgm:spPr/>
      <dgm:t>
        <a:bodyPr/>
        <a:lstStyle/>
        <a:p>
          <a:r>
            <a:rPr lang="en-US" dirty="0"/>
            <a:t>HTML</a:t>
          </a:r>
          <a:endParaRPr lang="en-IN" dirty="0"/>
        </a:p>
      </dgm:t>
    </dgm:pt>
    <dgm:pt modelId="{83ED5009-D033-4489-AD02-159D2390C128}" type="parTrans" cxnId="{23C4E879-3506-445E-A3C8-E3ADE705399A}">
      <dgm:prSet/>
      <dgm:spPr/>
      <dgm:t>
        <a:bodyPr/>
        <a:lstStyle/>
        <a:p>
          <a:endParaRPr lang="en-IN"/>
        </a:p>
      </dgm:t>
    </dgm:pt>
    <dgm:pt modelId="{3EA465E7-C8B9-46DE-86A3-F33B214CB4CE}" type="sibTrans" cxnId="{23C4E879-3506-445E-A3C8-E3ADE705399A}">
      <dgm:prSet/>
      <dgm:spPr/>
      <dgm:t>
        <a:bodyPr/>
        <a:lstStyle/>
        <a:p>
          <a:endParaRPr lang="en-IN"/>
        </a:p>
      </dgm:t>
    </dgm:pt>
    <dgm:pt modelId="{FC468CA5-E60F-4EE8-B950-DDFC576DD480}">
      <dgm:prSet phldrT="[Text]" phldr="0"/>
      <dgm:spPr/>
      <dgm:t>
        <a:bodyPr/>
        <a:lstStyle/>
        <a:p>
          <a:r>
            <a:rPr lang="en-US" dirty="0"/>
            <a:t>CSS</a:t>
          </a:r>
          <a:endParaRPr lang="en-IN" dirty="0"/>
        </a:p>
      </dgm:t>
    </dgm:pt>
    <dgm:pt modelId="{85D62E40-0BE7-4AC6-B6E3-85F73E154748}" type="parTrans" cxnId="{0CB3BB3D-60F5-429B-97C1-F0D90E78AAE6}">
      <dgm:prSet/>
      <dgm:spPr/>
      <dgm:t>
        <a:bodyPr/>
        <a:lstStyle/>
        <a:p>
          <a:endParaRPr lang="en-IN"/>
        </a:p>
      </dgm:t>
    </dgm:pt>
    <dgm:pt modelId="{0E901BDF-40B2-4032-9EB5-2ADBE60F7E96}" type="sibTrans" cxnId="{0CB3BB3D-60F5-429B-97C1-F0D90E78AAE6}">
      <dgm:prSet/>
      <dgm:spPr/>
      <dgm:t>
        <a:bodyPr/>
        <a:lstStyle/>
        <a:p>
          <a:endParaRPr lang="en-IN"/>
        </a:p>
      </dgm:t>
    </dgm:pt>
    <dgm:pt modelId="{2E5282E3-9279-4734-BB64-6E547215A996}">
      <dgm:prSet phldrT="[Text]" phldr="0"/>
      <dgm:spPr/>
      <dgm:t>
        <a:bodyPr/>
        <a:lstStyle/>
        <a:p>
          <a:r>
            <a:rPr lang="en-US" dirty="0"/>
            <a:t>JS</a:t>
          </a:r>
          <a:endParaRPr lang="en-IN" dirty="0"/>
        </a:p>
      </dgm:t>
    </dgm:pt>
    <dgm:pt modelId="{E1B2A0F7-3D16-4AB9-A303-38ECE34D3506}" type="parTrans" cxnId="{CD4898A4-703B-4E69-AEA0-631DDA7513FA}">
      <dgm:prSet/>
      <dgm:spPr/>
      <dgm:t>
        <a:bodyPr/>
        <a:lstStyle/>
        <a:p>
          <a:endParaRPr lang="en-IN"/>
        </a:p>
      </dgm:t>
    </dgm:pt>
    <dgm:pt modelId="{D3611AC7-17E4-4A82-B0FD-7DD577BDBC15}" type="sibTrans" cxnId="{CD4898A4-703B-4E69-AEA0-631DDA7513FA}">
      <dgm:prSet/>
      <dgm:spPr/>
      <dgm:t>
        <a:bodyPr/>
        <a:lstStyle/>
        <a:p>
          <a:endParaRPr lang="en-IN"/>
        </a:p>
      </dgm:t>
    </dgm:pt>
    <dgm:pt modelId="{EC561928-6907-4186-96EA-CDBD4D4473CF}" type="pres">
      <dgm:prSet presAssocID="{EE56CA53-E061-4AAE-A158-BB2D1C8CF504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31F8A3EA-635D-4D6B-B8BC-03B0BBA6F2ED}" type="pres">
      <dgm:prSet presAssocID="{937C791B-3F40-42B1-A47E-787757EF64D5}" presName="root1" presStyleCnt="0"/>
      <dgm:spPr/>
    </dgm:pt>
    <dgm:pt modelId="{E4F96F16-A697-45D6-BAE5-B3E11F01EF87}" type="pres">
      <dgm:prSet presAssocID="{937C791B-3F40-42B1-A47E-787757EF64D5}" presName="LevelOneTextNode" presStyleLbl="node0" presStyleIdx="0" presStyleCnt="1" custAng="5400000" custScaleX="478738" custScaleY="88604">
        <dgm:presLayoutVars>
          <dgm:chPref val="3"/>
        </dgm:presLayoutVars>
      </dgm:prSet>
      <dgm:spPr/>
    </dgm:pt>
    <dgm:pt modelId="{09AF4DB6-B835-4AD0-AC4C-9832D1037C33}" type="pres">
      <dgm:prSet presAssocID="{937C791B-3F40-42B1-A47E-787757EF64D5}" presName="level2hierChild" presStyleCnt="0"/>
      <dgm:spPr/>
    </dgm:pt>
    <dgm:pt modelId="{2BCADB5B-3EAE-4480-B5C8-B9A7EE3ABC0C}" type="pres">
      <dgm:prSet presAssocID="{83ED5009-D033-4489-AD02-159D2390C128}" presName="conn2-1" presStyleLbl="parChTrans1D2" presStyleIdx="0" presStyleCnt="3"/>
      <dgm:spPr/>
    </dgm:pt>
    <dgm:pt modelId="{53D596C3-D210-4423-A5A4-66538C2235CE}" type="pres">
      <dgm:prSet presAssocID="{83ED5009-D033-4489-AD02-159D2390C128}" presName="connTx" presStyleLbl="parChTrans1D2" presStyleIdx="0" presStyleCnt="3"/>
      <dgm:spPr/>
    </dgm:pt>
    <dgm:pt modelId="{1834B94E-8583-42F1-A690-877328ED44D8}" type="pres">
      <dgm:prSet presAssocID="{31F25660-B33B-4B48-8F1C-A4AF18309F57}" presName="root2" presStyleCnt="0"/>
      <dgm:spPr/>
    </dgm:pt>
    <dgm:pt modelId="{E8F10B1A-A9A4-42EF-9CC1-2A8E3B46A751}" type="pres">
      <dgm:prSet presAssocID="{31F25660-B33B-4B48-8F1C-A4AF18309F57}" presName="LevelTwoTextNode" presStyleLbl="node2" presStyleIdx="0" presStyleCnt="3">
        <dgm:presLayoutVars>
          <dgm:chPref val="3"/>
        </dgm:presLayoutVars>
      </dgm:prSet>
      <dgm:spPr/>
    </dgm:pt>
    <dgm:pt modelId="{6E942847-3400-44A6-84A7-DD21B55A370E}" type="pres">
      <dgm:prSet presAssocID="{31F25660-B33B-4B48-8F1C-A4AF18309F57}" presName="level3hierChild" presStyleCnt="0"/>
      <dgm:spPr/>
    </dgm:pt>
    <dgm:pt modelId="{75F26235-BC14-4AAE-A685-89B3213F9BC5}" type="pres">
      <dgm:prSet presAssocID="{85D62E40-0BE7-4AC6-B6E3-85F73E154748}" presName="conn2-1" presStyleLbl="parChTrans1D2" presStyleIdx="1" presStyleCnt="3"/>
      <dgm:spPr/>
    </dgm:pt>
    <dgm:pt modelId="{DD27911F-1348-47A5-B9CD-71B61F4DB851}" type="pres">
      <dgm:prSet presAssocID="{85D62E40-0BE7-4AC6-B6E3-85F73E154748}" presName="connTx" presStyleLbl="parChTrans1D2" presStyleIdx="1" presStyleCnt="3"/>
      <dgm:spPr/>
    </dgm:pt>
    <dgm:pt modelId="{6E072185-26E2-4576-B34E-CE52A06832B3}" type="pres">
      <dgm:prSet presAssocID="{FC468CA5-E60F-4EE8-B950-DDFC576DD480}" presName="root2" presStyleCnt="0"/>
      <dgm:spPr/>
    </dgm:pt>
    <dgm:pt modelId="{9EA08DEF-CA58-4294-9BDF-1960BB85EC92}" type="pres">
      <dgm:prSet presAssocID="{FC468CA5-E60F-4EE8-B950-DDFC576DD480}" presName="LevelTwoTextNode" presStyleLbl="node2" presStyleIdx="1" presStyleCnt="3">
        <dgm:presLayoutVars>
          <dgm:chPref val="3"/>
        </dgm:presLayoutVars>
      </dgm:prSet>
      <dgm:spPr/>
    </dgm:pt>
    <dgm:pt modelId="{345DEDC1-F004-492B-811B-62CC60307B3B}" type="pres">
      <dgm:prSet presAssocID="{FC468CA5-E60F-4EE8-B950-DDFC576DD480}" presName="level3hierChild" presStyleCnt="0"/>
      <dgm:spPr/>
    </dgm:pt>
    <dgm:pt modelId="{1C9B337C-F3B9-4DAE-AF19-95FA65E0DDA9}" type="pres">
      <dgm:prSet presAssocID="{E1B2A0F7-3D16-4AB9-A303-38ECE34D3506}" presName="conn2-1" presStyleLbl="parChTrans1D2" presStyleIdx="2" presStyleCnt="3"/>
      <dgm:spPr/>
    </dgm:pt>
    <dgm:pt modelId="{B0A2E39B-FB16-4F48-8AD2-D5C89F6D9C27}" type="pres">
      <dgm:prSet presAssocID="{E1B2A0F7-3D16-4AB9-A303-38ECE34D3506}" presName="connTx" presStyleLbl="parChTrans1D2" presStyleIdx="2" presStyleCnt="3"/>
      <dgm:spPr/>
    </dgm:pt>
    <dgm:pt modelId="{CE62FB52-13DE-4B10-86E6-AC73470E6109}" type="pres">
      <dgm:prSet presAssocID="{2E5282E3-9279-4734-BB64-6E547215A996}" presName="root2" presStyleCnt="0"/>
      <dgm:spPr/>
    </dgm:pt>
    <dgm:pt modelId="{94C6E3A3-8A52-4616-AB0E-C5D814F8E891}" type="pres">
      <dgm:prSet presAssocID="{2E5282E3-9279-4734-BB64-6E547215A996}" presName="LevelTwoTextNode" presStyleLbl="node2" presStyleIdx="2" presStyleCnt="3">
        <dgm:presLayoutVars>
          <dgm:chPref val="3"/>
        </dgm:presLayoutVars>
      </dgm:prSet>
      <dgm:spPr/>
    </dgm:pt>
    <dgm:pt modelId="{0AA70072-2A45-478B-89D8-5C49CD0D8DB5}" type="pres">
      <dgm:prSet presAssocID="{2E5282E3-9279-4734-BB64-6E547215A996}" presName="level3hierChild" presStyleCnt="0"/>
      <dgm:spPr/>
    </dgm:pt>
  </dgm:ptLst>
  <dgm:cxnLst>
    <dgm:cxn modelId="{13D00703-C286-4AC0-838D-45950F31EF5A}" type="presOf" srcId="{83ED5009-D033-4489-AD02-159D2390C128}" destId="{53D596C3-D210-4423-A5A4-66538C2235CE}" srcOrd="1" destOrd="0" presId="urn:microsoft.com/office/officeart/2008/layout/HorizontalMultiLevelHierarchy"/>
    <dgm:cxn modelId="{7E7B7911-7CA1-4FB6-B90A-AADF60F906FB}" type="presOf" srcId="{FC468CA5-E60F-4EE8-B950-DDFC576DD480}" destId="{9EA08DEF-CA58-4294-9BDF-1960BB85EC92}" srcOrd="0" destOrd="0" presId="urn:microsoft.com/office/officeart/2008/layout/HorizontalMultiLevelHierarchy"/>
    <dgm:cxn modelId="{618C4A25-472C-44C9-B723-D7A4F8E1A033}" type="presOf" srcId="{2E5282E3-9279-4734-BB64-6E547215A996}" destId="{94C6E3A3-8A52-4616-AB0E-C5D814F8E891}" srcOrd="0" destOrd="0" presId="urn:microsoft.com/office/officeart/2008/layout/HorizontalMultiLevelHierarchy"/>
    <dgm:cxn modelId="{3F4B3537-76EB-4EC2-A184-C352837B4270}" type="presOf" srcId="{937C791B-3F40-42B1-A47E-787757EF64D5}" destId="{E4F96F16-A697-45D6-BAE5-B3E11F01EF87}" srcOrd="0" destOrd="0" presId="urn:microsoft.com/office/officeart/2008/layout/HorizontalMultiLevelHierarchy"/>
    <dgm:cxn modelId="{0CB3BB3D-60F5-429B-97C1-F0D90E78AAE6}" srcId="{937C791B-3F40-42B1-A47E-787757EF64D5}" destId="{FC468CA5-E60F-4EE8-B950-DDFC576DD480}" srcOrd="1" destOrd="0" parTransId="{85D62E40-0BE7-4AC6-B6E3-85F73E154748}" sibTransId="{0E901BDF-40B2-4032-9EB5-2ADBE60F7E96}"/>
    <dgm:cxn modelId="{C6ED5842-ED0E-4A83-9A12-9ADFE6FDA9FF}" type="presOf" srcId="{83ED5009-D033-4489-AD02-159D2390C128}" destId="{2BCADB5B-3EAE-4480-B5C8-B9A7EE3ABC0C}" srcOrd="0" destOrd="0" presId="urn:microsoft.com/office/officeart/2008/layout/HorizontalMultiLevelHierarchy"/>
    <dgm:cxn modelId="{C17E7064-68B8-4E3F-A4A9-4813F9B01730}" type="presOf" srcId="{85D62E40-0BE7-4AC6-B6E3-85F73E154748}" destId="{75F26235-BC14-4AAE-A685-89B3213F9BC5}" srcOrd="0" destOrd="0" presId="urn:microsoft.com/office/officeart/2008/layout/HorizontalMultiLevelHierarchy"/>
    <dgm:cxn modelId="{1B687C54-E0D4-418A-8E04-2FFEECC295F7}" srcId="{EE56CA53-E061-4AAE-A158-BB2D1C8CF504}" destId="{937C791B-3F40-42B1-A47E-787757EF64D5}" srcOrd="0" destOrd="0" parTransId="{1CFDE347-E2C2-4999-BA40-BA03C4DBC212}" sibTransId="{59F02131-F6C6-42C2-A24D-EBD12A8372FE}"/>
    <dgm:cxn modelId="{23C4E879-3506-445E-A3C8-E3ADE705399A}" srcId="{937C791B-3F40-42B1-A47E-787757EF64D5}" destId="{31F25660-B33B-4B48-8F1C-A4AF18309F57}" srcOrd="0" destOrd="0" parTransId="{83ED5009-D033-4489-AD02-159D2390C128}" sibTransId="{3EA465E7-C8B9-46DE-86A3-F33B214CB4CE}"/>
    <dgm:cxn modelId="{3C825E88-B9A8-4934-AC2D-9DBAE4E6CFC1}" type="presOf" srcId="{85D62E40-0BE7-4AC6-B6E3-85F73E154748}" destId="{DD27911F-1348-47A5-B9CD-71B61F4DB851}" srcOrd="1" destOrd="0" presId="urn:microsoft.com/office/officeart/2008/layout/HorizontalMultiLevelHierarchy"/>
    <dgm:cxn modelId="{4A689B8D-B58E-4B50-B945-647A914E3E55}" type="presOf" srcId="{31F25660-B33B-4B48-8F1C-A4AF18309F57}" destId="{E8F10B1A-A9A4-42EF-9CC1-2A8E3B46A751}" srcOrd="0" destOrd="0" presId="urn:microsoft.com/office/officeart/2008/layout/HorizontalMultiLevelHierarchy"/>
    <dgm:cxn modelId="{37972C9B-BABA-4CB8-98FF-18D3417B359C}" type="presOf" srcId="{E1B2A0F7-3D16-4AB9-A303-38ECE34D3506}" destId="{1C9B337C-F3B9-4DAE-AF19-95FA65E0DDA9}" srcOrd="0" destOrd="0" presId="urn:microsoft.com/office/officeart/2008/layout/HorizontalMultiLevelHierarchy"/>
    <dgm:cxn modelId="{AFF127A3-1387-43EF-B192-D3EB28BD422E}" type="presOf" srcId="{EE56CA53-E061-4AAE-A158-BB2D1C8CF504}" destId="{EC561928-6907-4186-96EA-CDBD4D4473CF}" srcOrd="0" destOrd="0" presId="urn:microsoft.com/office/officeart/2008/layout/HorizontalMultiLevelHierarchy"/>
    <dgm:cxn modelId="{CD4898A4-703B-4E69-AEA0-631DDA7513FA}" srcId="{937C791B-3F40-42B1-A47E-787757EF64D5}" destId="{2E5282E3-9279-4734-BB64-6E547215A996}" srcOrd="2" destOrd="0" parTransId="{E1B2A0F7-3D16-4AB9-A303-38ECE34D3506}" sibTransId="{D3611AC7-17E4-4A82-B0FD-7DD577BDBC15}"/>
    <dgm:cxn modelId="{9D0619CA-5A7D-466D-B263-E2BEFDE26ADB}" type="presOf" srcId="{E1B2A0F7-3D16-4AB9-A303-38ECE34D3506}" destId="{B0A2E39B-FB16-4F48-8AD2-D5C89F6D9C27}" srcOrd="1" destOrd="0" presId="urn:microsoft.com/office/officeart/2008/layout/HorizontalMultiLevelHierarchy"/>
    <dgm:cxn modelId="{22AEB52F-6F03-4400-A67A-F51FBCD09F48}" type="presParOf" srcId="{EC561928-6907-4186-96EA-CDBD4D4473CF}" destId="{31F8A3EA-635D-4D6B-B8BC-03B0BBA6F2ED}" srcOrd="0" destOrd="0" presId="urn:microsoft.com/office/officeart/2008/layout/HorizontalMultiLevelHierarchy"/>
    <dgm:cxn modelId="{B4793D56-6977-4453-B55B-9E9DA974300A}" type="presParOf" srcId="{31F8A3EA-635D-4D6B-B8BC-03B0BBA6F2ED}" destId="{E4F96F16-A697-45D6-BAE5-B3E11F01EF87}" srcOrd="0" destOrd="0" presId="urn:microsoft.com/office/officeart/2008/layout/HorizontalMultiLevelHierarchy"/>
    <dgm:cxn modelId="{EE936B95-8839-46A0-9B20-58EE97FE3F66}" type="presParOf" srcId="{31F8A3EA-635D-4D6B-B8BC-03B0BBA6F2ED}" destId="{09AF4DB6-B835-4AD0-AC4C-9832D1037C33}" srcOrd="1" destOrd="0" presId="urn:microsoft.com/office/officeart/2008/layout/HorizontalMultiLevelHierarchy"/>
    <dgm:cxn modelId="{E5A63B4D-D667-4E28-BDC8-F179EC47A60C}" type="presParOf" srcId="{09AF4DB6-B835-4AD0-AC4C-9832D1037C33}" destId="{2BCADB5B-3EAE-4480-B5C8-B9A7EE3ABC0C}" srcOrd="0" destOrd="0" presId="urn:microsoft.com/office/officeart/2008/layout/HorizontalMultiLevelHierarchy"/>
    <dgm:cxn modelId="{95DC5F46-2877-4BD4-9236-1FBADE0C5D5F}" type="presParOf" srcId="{2BCADB5B-3EAE-4480-B5C8-B9A7EE3ABC0C}" destId="{53D596C3-D210-4423-A5A4-66538C2235CE}" srcOrd="0" destOrd="0" presId="urn:microsoft.com/office/officeart/2008/layout/HorizontalMultiLevelHierarchy"/>
    <dgm:cxn modelId="{AE49A101-70B3-4B3A-B76A-B9ED3329CBB7}" type="presParOf" srcId="{09AF4DB6-B835-4AD0-AC4C-9832D1037C33}" destId="{1834B94E-8583-42F1-A690-877328ED44D8}" srcOrd="1" destOrd="0" presId="urn:microsoft.com/office/officeart/2008/layout/HorizontalMultiLevelHierarchy"/>
    <dgm:cxn modelId="{57481284-F69A-44C1-A5F5-7F828896E498}" type="presParOf" srcId="{1834B94E-8583-42F1-A690-877328ED44D8}" destId="{E8F10B1A-A9A4-42EF-9CC1-2A8E3B46A751}" srcOrd="0" destOrd="0" presId="urn:microsoft.com/office/officeart/2008/layout/HorizontalMultiLevelHierarchy"/>
    <dgm:cxn modelId="{88E70BE7-7199-4921-9F5F-CCFB6DA275FE}" type="presParOf" srcId="{1834B94E-8583-42F1-A690-877328ED44D8}" destId="{6E942847-3400-44A6-84A7-DD21B55A370E}" srcOrd="1" destOrd="0" presId="urn:microsoft.com/office/officeart/2008/layout/HorizontalMultiLevelHierarchy"/>
    <dgm:cxn modelId="{FC5B0D62-9CB3-4FB5-BC67-77498B48A968}" type="presParOf" srcId="{09AF4DB6-B835-4AD0-AC4C-9832D1037C33}" destId="{75F26235-BC14-4AAE-A685-89B3213F9BC5}" srcOrd="2" destOrd="0" presId="urn:microsoft.com/office/officeart/2008/layout/HorizontalMultiLevelHierarchy"/>
    <dgm:cxn modelId="{073C4B3F-B769-4127-8209-C1D8AF228FA8}" type="presParOf" srcId="{75F26235-BC14-4AAE-A685-89B3213F9BC5}" destId="{DD27911F-1348-47A5-B9CD-71B61F4DB851}" srcOrd="0" destOrd="0" presId="urn:microsoft.com/office/officeart/2008/layout/HorizontalMultiLevelHierarchy"/>
    <dgm:cxn modelId="{5F6E296D-85BB-43C1-9080-E38BA6D3CF1B}" type="presParOf" srcId="{09AF4DB6-B835-4AD0-AC4C-9832D1037C33}" destId="{6E072185-26E2-4576-B34E-CE52A06832B3}" srcOrd="3" destOrd="0" presId="urn:microsoft.com/office/officeart/2008/layout/HorizontalMultiLevelHierarchy"/>
    <dgm:cxn modelId="{95ADD411-357D-48FE-9DAC-E05B388C4C78}" type="presParOf" srcId="{6E072185-26E2-4576-B34E-CE52A06832B3}" destId="{9EA08DEF-CA58-4294-9BDF-1960BB85EC92}" srcOrd="0" destOrd="0" presId="urn:microsoft.com/office/officeart/2008/layout/HorizontalMultiLevelHierarchy"/>
    <dgm:cxn modelId="{53B9EC4C-6D70-4BE7-8438-86797AFEDAAE}" type="presParOf" srcId="{6E072185-26E2-4576-B34E-CE52A06832B3}" destId="{345DEDC1-F004-492B-811B-62CC60307B3B}" srcOrd="1" destOrd="0" presId="urn:microsoft.com/office/officeart/2008/layout/HorizontalMultiLevelHierarchy"/>
    <dgm:cxn modelId="{BE8C8C47-44D3-4237-BB94-EE57486E4C43}" type="presParOf" srcId="{09AF4DB6-B835-4AD0-AC4C-9832D1037C33}" destId="{1C9B337C-F3B9-4DAE-AF19-95FA65E0DDA9}" srcOrd="4" destOrd="0" presId="urn:microsoft.com/office/officeart/2008/layout/HorizontalMultiLevelHierarchy"/>
    <dgm:cxn modelId="{7CE76D41-D22D-420D-B5D1-95A5BCCC1445}" type="presParOf" srcId="{1C9B337C-F3B9-4DAE-AF19-95FA65E0DDA9}" destId="{B0A2E39B-FB16-4F48-8AD2-D5C89F6D9C27}" srcOrd="0" destOrd="0" presId="urn:microsoft.com/office/officeart/2008/layout/HorizontalMultiLevelHierarchy"/>
    <dgm:cxn modelId="{539220F7-4C89-45C8-BE33-9D64B96BC413}" type="presParOf" srcId="{09AF4DB6-B835-4AD0-AC4C-9832D1037C33}" destId="{CE62FB52-13DE-4B10-86E6-AC73470E6109}" srcOrd="5" destOrd="0" presId="urn:microsoft.com/office/officeart/2008/layout/HorizontalMultiLevelHierarchy"/>
    <dgm:cxn modelId="{359A35DB-C074-4A12-922F-32C53819776F}" type="presParOf" srcId="{CE62FB52-13DE-4B10-86E6-AC73470E6109}" destId="{94C6E3A3-8A52-4616-AB0E-C5D814F8E891}" srcOrd="0" destOrd="0" presId="urn:microsoft.com/office/officeart/2008/layout/HorizontalMultiLevelHierarchy"/>
    <dgm:cxn modelId="{FEE77CD2-2871-4841-B9E5-94376D94BC36}" type="presParOf" srcId="{CE62FB52-13DE-4B10-86E6-AC73470E6109}" destId="{0AA70072-2A45-478B-89D8-5C49CD0D8DB5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CE8AB16-1C02-47E6-96E3-251215B76F20}" type="doc">
      <dgm:prSet loTypeId="urn:microsoft.com/office/officeart/2009/3/layout/HorizontalOrganizationChart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51474BCE-9820-4821-8CDB-5195C49309F2}">
      <dgm:prSet phldrT="[Text]" phldr="0"/>
      <dgm:spPr/>
      <dgm:t>
        <a:bodyPr/>
        <a:lstStyle/>
        <a:p>
          <a:r>
            <a:rPr lang="en-US" dirty="0"/>
            <a:t>Data Types</a:t>
          </a:r>
          <a:endParaRPr lang="en-IN" dirty="0"/>
        </a:p>
      </dgm:t>
    </dgm:pt>
    <dgm:pt modelId="{A307F8F5-ECDF-42E0-A701-2D18CC3B4EF7}" type="parTrans" cxnId="{EB450BC0-0A85-42BF-8842-60D966DF105E}">
      <dgm:prSet/>
      <dgm:spPr/>
      <dgm:t>
        <a:bodyPr/>
        <a:lstStyle/>
        <a:p>
          <a:endParaRPr lang="en-IN"/>
        </a:p>
      </dgm:t>
    </dgm:pt>
    <dgm:pt modelId="{022926D6-7094-473E-8099-F05DF7D1A7FB}" type="sibTrans" cxnId="{EB450BC0-0A85-42BF-8842-60D966DF105E}">
      <dgm:prSet/>
      <dgm:spPr/>
      <dgm:t>
        <a:bodyPr/>
        <a:lstStyle/>
        <a:p>
          <a:endParaRPr lang="en-IN"/>
        </a:p>
      </dgm:t>
    </dgm:pt>
    <dgm:pt modelId="{7B49607E-B56A-477B-A2DB-B4BC44B55CA5}">
      <dgm:prSet phldrT="[Text]" phldr="0"/>
      <dgm:spPr/>
      <dgm:t>
        <a:bodyPr/>
        <a:lstStyle/>
        <a:p>
          <a:r>
            <a:rPr lang="en-US" dirty="0"/>
            <a:t>Primitive Datatypes</a:t>
          </a:r>
          <a:endParaRPr lang="en-IN" dirty="0"/>
        </a:p>
      </dgm:t>
    </dgm:pt>
    <dgm:pt modelId="{EB35B702-BE7A-4C5D-8C63-AAF823F4EA45}" type="parTrans" cxnId="{71439238-BE26-47AD-AEF8-2F569014719E}">
      <dgm:prSet/>
      <dgm:spPr/>
      <dgm:t>
        <a:bodyPr/>
        <a:lstStyle/>
        <a:p>
          <a:endParaRPr lang="en-IN"/>
        </a:p>
      </dgm:t>
    </dgm:pt>
    <dgm:pt modelId="{F347B2D9-8E16-49F9-A56A-DF85BB08B592}" type="sibTrans" cxnId="{71439238-BE26-47AD-AEF8-2F569014719E}">
      <dgm:prSet/>
      <dgm:spPr/>
      <dgm:t>
        <a:bodyPr/>
        <a:lstStyle/>
        <a:p>
          <a:endParaRPr lang="en-IN"/>
        </a:p>
      </dgm:t>
    </dgm:pt>
    <dgm:pt modelId="{8CC2ACBB-C0E6-4E1B-B06E-911568C64893}">
      <dgm:prSet phldrT="[Text]" phldr="0"/>
      <dgm:spPr/>
      <dgm:t>
        <a:bodyPr/>
        <a:lstStyle/>
        <a:p>
          <a:r>
            <a:rPr lang="en-US" dirty="0"/>
            <a:t>Non-Primitive Datatypes (Reference Datatypes)</a:t>
          </a:r>
          <a:endParaRPr lang="en-IN" dirty="0"/>
        </a:p>
      </dgm:t>
    </dgm:pt>
    <dgm:pt modelId="{5EE3FA46-4BE7-4363-82CC-013ACEEAE639}" type="parTrans" cxnId="{3FE10124-904E-42A1-812F-5B11F94D9466}">
      <dgm:prSet/>
      <dgm:spPr/>
      <dgm:t>
        <a:bodyPr/>
        <a:lstStyle/>
        <a:p>
          <a:endParaRPr lang="en-IN"/>
        </a:p>
      </dgm:t>
    </dgm:pt>
    <dgm:pt modelId="{759E6B37-EE9C-45AA-A414-F41919CCF532}" type="sibTrans" cxnId="{3FE10124-904E-42A1-812F-5B11F94D9466}">
      <dgm:prSet/>
      <dgm:spPr/>
      <dgm:t>
        <a:bodyPr/>
        <a:lstStyle/>
        <a:p>
          <a:endParaRPr lang="en-IN"/>
        </a:p>
      </dgm:t>
    </dgm:pt>
    <dgm:pt modelId="{036FAC93-824C-488E-BAB1-7E2381290F62}">
      <dgm:prSet/>
      <dgm:spPr/>
      <dgm:t>
        <a:bodyPr/>
        <a:lstStyle/>
        <a:p>
          <a:r>
            <a:rPr lang="en-US" dirty="0"/>
            <a:t>Number</a:t>
          </a:r>
          <a:endParaRPr lang="en-IN" dirty="0"/>
        </a:p>
      </dgm:t>
    </dgm:pt>
    <dgm:pt modelId="{F5064F52-98B6-4DA5-8D1F-351BC548A417}" type="parTrans" cxnId="{B657BBFC-04E3-493D-9763-60D333281B45}">
      <dgm:prSet/>
      <dgm:spPr/>
      <dgm:t>
        <a:bodyPr/>
        <a:lstStyle/>
        <a:p>
          <a:endParaRPr lang="en-IN"/>
        </a:p>
      </dgm:t>
    </dgm:pt>
    <dgm:pt modelId="{4CD68A83-A9FD-4116-88BD-71CEA1F6DE00}" type="sibTrans" cxnId="{B657BBFC-04E3-493D-9763-60D333281B45}">
      <dgm:prSet/>
      <dgm:spPr/>
      <dgm:t>
        <a:bodyPr/>
        <a:lstStyle/>
        <a:p>
          <a:endParaRPr lang="en-IN"/>
        </a:p>
      </dgm:t>
    </dgm:pt>
    <dgm:pt modelId="{A17B4B63-8BB2-497F-9632-E6C68960E91B}">
      <dgm:prSet/>
      <dgm:spPr/>
      <dgm:t>
        <a:bodyPr/>
        <a:lstStyle/>
        <a:p>
          <a:r>
            <a:rPr lang="en-US" dirty="0"/>
            <a:t>null</a:t>
          </a:r>
          <a:endParaRPr lang="en-IN" dirty="0"/>
        </a:p>
      </dgm:t>
    </dgm:pt>
    <dgm:pt modelId="{B032367D-E17B-400A-B7A4-E274F75AA7F0}" type="parTrans" cxnId="{2B9719F0-0FD5-4303-95AB-3B68820D0BA2}">
      <dgm:prSet/>
      <dgm:spPr/>
      <dgm:t>
        <a:bodyPr/>
        <a:lstStyle/>
        <a:p>
          <a:endParaRPr lang="en-IN"/>
        </a:p>
      </dgm:t>
    </dgm:pt>
    <dgm:pt modelId="{F9476D58-F8ED-47F3-A6C8-CF717D252D12}" type="sibTrans" cxnId="{2B9719F0-0FD5-4303-95AB-3B68820D0BA2}">
      <dgm:prSet/>
      <dgm:spPr/>
      <dgm:t>
        <a:bodyPr/>
        <a:lstStyle/>
        <a:p>
          <a:endParaRPr lang="en-IN"/>
        </a:p>
      </dgm:t>
    </dgm:pt>
    <dgm:pt modelId="{98223C67-EFF2-4FA0-AEE3-B884F4259B0B}">
      <dgm:prSet/>
      <dgm:spPr/>
      <dgm:t>
        <a:bodyPr/>
        <a:lstStyle/>
        <a:p>
          <a:r>
            <a:rPr lang="en-US" dirty="0"/>
            <a:t>Boolean</a:t>
          </a:r>
          <a:endParaRPr lang="en-IN" dirty="0"/>
        </a:p>
      </dgm:t>
    </dgm:pt>
    <dgm:pt modelId="{440C0F7F-F967-4069-835D-8C613BDCB23A}" type="parTrans" cxnId="{CD832199-FDDD-40D7-BB16-358CA6B9DDD5}">
      <dgm:prSet/>
      <dgm:spPr/>
      <dgm:t>
        <a:bodyPr/>
        <a:lstStyle/>
        <a:p>
          <a:endParaRPr lang="en-IN"/>
        </a:p>
      </dgm:t>
    </dgm:pt>
    <dgm:pt modelId="{D49246DC-3862-4FBE-B7D1-C4AED04E2216}" type="sibTrans" cxnId="{CD832199-FDDD-40D7-BB16-358CA6B9DDD5}">
      <dgm:prSet/>
      <dgm:spPr/>
      <dgm:t>
        <a:bodyPr/>
        <a:lstStyle/>
        <a:p>
          <a:endParaRPr lang="en-IN"/>
        </a:p>
      </dgm:t>
    </dgm:pt>
    <dgm:pt modelId="{465B2E58-60A9-467D-93AE-17929D2D2E7C}">
      <dgm:prSet/>
      <dgm:spPr/>
      <dgm:t>
        <a:bodyPr/>
        <a:lstStyle/>
        <a:p>
          <a:r>
            <a:rPr lang="en-US" dirty="0"/>
            <a:t>BigInt</a:t>
          </a:r>
          <a:endParaRPr lang="en-IN" dirty="0"/>
        </a:p>
      </dgm:t>
    </dgm:pt>
    <dgm:pt modelId="{327A6F3C-379A-409A-B944-55EB439F7902}" type="parTrans" cxnId="{C1664804-BEFC-40A9-AD1C-C9C0C4CD0D8E}">
      <dgm:prSet/>
      <dgm:spPr/>
      <dgm:t>
        <a:bodyPr/>
        <a:lstStyle/>
        <a:p>
          <a:endParaRPr lang="en-IN"/>
        </a:p>
      </dgm:t>
    </dgm:pt>
    <dgm:pt modelId="{4715F6A8-4EDD-49C1-8B62-5CC4F5B813CD}" type="sibTrans" cxnId="{C1664804-BEFC-40A9-AD1C-C9C0C4CD0D8E}">
      <dgm:prSet/>
      <dgm:spPr/>
      <dgm:t>
        <a:bodyPr/>
        <a:lstStyle/>
        <a:p>
          <a:endParaRPr lang="en-IN"/>
        </a:p>
      </dgm:t>
    </dgm:pt>
    <dgm:pt modelId="{32E7CF58-E026-48F4-B772-A67597204907}">
      <dgm:prSet/>
      <dgm:spPr/>
      <dgm:t>
        <a:bodyPr/>
        <a:lstStyle/>
        <a:p>
          <a:r>
            <a:rPr lang="en-US" dirty="0"/>
            <a:t>String</a:t>
          </a:r>
          <a:endParaRPr lang="en-IN" dirty="0"/>
        </a:p>
      </dgm:t>
    </dgm:pt>
    <dgm:pt modelId="{70583A4B-75C7-4CC9-96B4-785A77DFCDD8}" type="parTrans" cxnId="{81B77A38-C20A-46A7-81D2-AE4D62AFD472}">
      <dgm:prSet/>
      <dgm:spPr/>
      <dgm:t>
        <a:bodyPr/>
        <a:lstStyle/>
        <a:p>
          <a:endParaRPr lang="en-IN"/>
        </a:p>
      </dgm:t>
    </dgm:pt>
    <dgm:pt modelId="{2047145C-F0D4-4C57-88FB-D1A2C4184824}" type="sibTrans" cxnId="{81B77A38-C20A-46A7-81D2-AE4D62AFD472}">
      <dgm:prSet/>
      <dgm:spPr/>
      <dgm:t>
        <a:bodyPr/>
        <a:lstStyle/>
        <a:p>
          <a:endParaRPr lang="en-IN"/>
        </a:p>
      </dgm:t>
    </dgm:pt>
    <dgm:pt modelId="{3D464DB3-C4EA-4C7A-B80C-3C96FFCF54B5}">
      <dgm:prSet/>
      <dgm:spPr/>
      <dgm:t>
        <a:bodyPr/>
        <a:lstStyle/>
        <a:p>
          <a:r>
            <a:rPr lang="en-US" dirty="0"/>
            <a:t>Symbol</a:t>
          </a:r>
          <a:endParaRPr lang="en-IN" dirty="0"/>
        </a:p>
      </dgm:t>
    </dgm:pt>
    <dgm:pt modelId="{257F0805-C53B-453A-BB51-E2A1607CF93F}" type="parTrans" cxnId="{415E9FD5-8BB1-404B-8C9B-6A6376D719D0}">
      <dgm:prSet/>
      <dgm:spPr/>
      <dgm:t>
        <a:bodyPr/>
        <a:lstStyle/>
        <a:p>
          <a:endParaRPr lang="en-IN"/>
        </a:p>
      </dgm:t>
    </dgm:pt>
    <dgm:pt modelId="{76815352-4444-4269-ADBC-C428CFA9AFD3}" type="sibTrans" cxnId="{415E9FD5-8BB1-404B-8C9B-6A6376D719D0}">
      <dgm:prSet/>
      <dgm:spPr/>
      <dgm:t>
        <a:bodyPr/>
        <a:lstStyle/>
        <a:p>
          <a:endParaRPr lang="en-IN"/>
        </a:p>
      </dgm:t>
    </dgm:pt>
    <dgm:pt modelId="{A6C6E659-E451-400E-AA5E-68B3DD23FFB2}">
      <dgm:prSet/>
      <dgm:spPr/>
      <dgm:t>
        <a:bodyPr/>
        <a:lstStyle/>
        <a:p>
          <a:r>
            <a:rPr lang="en-US" dirty="0"/>
            <a:t>Undefined</a:t>
          </a:r>
          <a:endParaRPr lang="en-IN" dirty="0"/>
        </a:p>
      </dgm:t>
    </dgm:pt>
    <dgm:pt modelId="{D303DA6B-38E8-43D1-99A6-6407F7A6A24C}" type="parTrans" cxnId="{69ECE498-FBD8-45CF-B3E4-56D0CF866730}">
      <dgm:prSet/>
      <dgm:spPr/>
      <dgm:t>
        <a:bodyPr/>
        <a:lstStyle/>
        <a:p>
          <a:endParaRPr lang="en-IN"/>
        </a:p>
      </dgm:t>
    </dgm:pt>
    <dgm:pt modelId="{441F3851-A822-4453-B988-FD7546F38D7C}" type="sibTrans" cxnId="{69ECE498-FBD8-45CF-B3E4-56D0CF866730}">
      <dgm:prSet/>
      <dgm:spPr/>
      <dgm:t>
        <a:bodyPr/>
        <a:lstStyle/>
        <a:p>
          <a:endParaRPr lang="en-IN"/>
        </a:p>
      </dgm:t>
    </dgm:pt>
    <dgm:pt modelId="{62E364EB-3E82-4CE3-9B3C-65690CDF916B}">
      <dgm:prSet/>
      <dgm:spPr/>
      <dgm:t>
        <a:bodyPr/>
        <a:lstStyle/>
        <a:p>
          <a:r>
            <a:rPr lang="en-US" dirty="0"/>
            <a:t>Arrays</a:t>
          </a:r>
          <a:endParaRPr lang="en-IN" dirty="0"/>
        </a:p>
      </dgm:t>
    </dgm:pt>
    <dgm:pt modelId="{1F04B838-6C31-44E1-A867-AA61D8309206}" type="parTrans" cxnId="{8DE27E5E-070B-4FF7-BAAB-5FC4FE557464}">
      <dgm:prSet/>
      <dgm:spPr/>
      <dgm:t>
        <a:bodyPr/>
        <a:lstStyle/>
        <a:p>
          <a:endParaRPr lang="en-IN"/>
        </a:p>
      </dgm:t>
    </dgm:pt>
    <dgm:pt modelId="{750FDDCD-E248-478C-9096-7A29CD8B5612}" type="sibTrans" cxnId="{8DE27E5E-070B-4FF7-BAAB-5FC4FE557464}">
      <dgm:prSet/>
      <dgm:spPr/>
      <dgm:t>
        <a:bodyPr/>
        <a:lstStyle/>
        <a:p>
          <a:endParaRPr lang="en-IN"/>
        </a:p>
      </dgm:t>
    </dgm:pt>
    <dgm:pt modelId="{AD20D14A-82F6-484C-9C0F-B0EB21FCE502}">
      <dgm:prSet/>
      <dgm:spPr/>
      <dgm:t>
        <a:bodyPr/>
        <a:lstStyle/>
        <a:p>
          <a:r>
            <a:rPr lang="en-US" dirty="0"/>
            <a:t>Object</a:t>
          </a:r>
        </a:p>
      </dgm:t>
    </dgm:pt>
    <dgm:pt modelId="{26D9285B-90AC-48B2-8ACD-BA8E04C4CAF3}" type="parTrans" cxnId="{46F8E361-07C3-44D2-9145-8E7646B186A8}">
      <dgm:prSet/>
      <dgm:spPr/>
      <dgm:t>
        <a:bodyPr/>
        <a:lstStyle/>
        <a:p>
          <a:endParaRPr lang="en-IN"/>
        </a:p>
      </dgm:t>
    </dgm:pt>
    <dgm:pt modelId="{4A5208D8-EEB3-4A72-A0FF-151A069DAF6A}" type="sibTrans" cxnId="{46F8E361-07C3-44D2-9145-8E7646B186A8}">
      <dgm:prSet/>
      <dgm:spPr/>
      <dgm:t>
        <a:bodyPr/>
        <a:lstStyle/>
        <a:p>
          <a:endParaRPr lang="en-IN"/>
        </a:p>
      </dgm:t>
    </dgm:pt>
    <dgm:pt modelId="{001D89FC-1872-422E-8C2A-31479D5F8547}">
      <dgm:prSet/>
      <dgm:spPr/>
      <dgm:t>
        <a:bodyPr/>
        <a:lstStyle/>
        <a:p>
          <a:r>
            <a:rPr lang="en-US" dirty="0"/>
            <a:t>Function</a:t>
          </a:r>
          <a:endParaRPr lang="en-IN" dirty="0"/>
        </a:p>
      </dgm:t>
    </dgm:pt>
    <dgm:pt modelId="{6ADDE9E7-50EB-42EB-AE79-707EFEE50CCB}" type="parTrans" cxnId="{6CB44F9D-F4AA-4EF1-BFCF-75299855923C}">
      <dgm:prSet/>
      <dgm:spPr/>
      <dgm:t>
        <a:bodyPr/>
        <a:lstStyle/>
        <a:p>
          <a:endParaRPr lang="en-IN"/>
        </a:p>
      </dgm:t>
    </dgm:pt>
    <dgm:pt modelId="{219E4A41-43F9-4A56-BA91-F1FA83D1A0D2}" type="sibTrans" cxnId="{6CB44F9D-F4AA-4EF1-BFCF-75299855923C}">
      <dgm:prSet/>
      <dgm:spPr/>
      <dgm:t>
        <a:bodyPr/>
        <a:lstStyle/>
        <a:p>
          <a:endParaRPr lang="en-IN"/>
        </a:p>
      </dgm:t>
    </dgm:pt>
    <dgm:pt modelId="{9D0F50A7-EBA4-4D0B-8BF2-64080C7F6098}" type="pres">
      <dgm:prSet presAssocID="{DCE8AB16-1C02-47E6-96E3-251215B76F20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156668F3-9B3C-41CE-97E3-F144E3A8C5A0}" type="pres">
      <dgm:prSet presAssocID="{51474BCE-9820-4821-8CDB-5195C49309F2}" presName="hierRoot1" presStyleCnt="0">
        <dgm:presLayoutVars>
          <dgm:hierBranch val="init"/>
        </dgm:presLayoutVars>
      </dgm:prSet>
      <dgm:spPr/>
    </dgm:pt>
    <dgm:pt modelId="{D4E30641-43E6-4306-BCA1-28919F2EC7F3}" type="pres">
      <dgm:prSet presAssocID="{51474BCE-9820-4821-8CDB-5195C49309F2}" presName="rootComposite1" presStyleCnt="0"/>
      <dgm:spPr/>
    </dgm:pt>
    <dgm:pt modelId="{31CA38D3-7AD6-4254-B5C1-7F48302B0B73}" type="pres">
      <dgm:prSet presAssocID="{51474BCE-9820-4821-8CDB-5195C49309F2}" presName="rootText1" presStyleLbl="node0" presStyleIdx="0" presStyleCnt="1">
        <dgm:presLayoutVars>
          <dgm:chPref val="3"/>
        </dgm:presLayoutVars>
      </dgm:prSet>
      <dgm:spPr/>
    </dgm:pt>
    <dgm:pt modelId="{441E8BDC-AA12-46AA-9049-64EA5CC38482}" type="pres">
      <dgm:prSet presAssocID="{51474BCE-9820-4821-8CDB-5195C49309F2}" presName="rootConnector1" presStyleLbl="node1" presStyleIdx="0" presStyleCnt="0"/>
      <dgm:spPr/>
    </dgm:pt>
    <dgm:pt modelId="{43A23862-E50C-402F-8F21-455AA159FCB9}" type="pres">
      <dgm:prSet presAssocID="{51474BCE-9820-4821-8CDB-5195C49309F2}" presName="hierChild2" presStyleCnt="0"/>
      <dgm:spPr/>
    </dgm:pt>
    <dgm:pt modelId="{07D8C007-53B2-413C-A4C8-859925B303CF}" type="pres">
      <dgm:prSet presAssocID="{EB35B702-BE7A-4C5D-8C63-AAF823F4EA45}" presName="Name64" presStyleLbl="parChTrans1D2" presStyleIdx="0" presStyleCnt="2"/>
      <dgm:spPr/>
    </dgm:pt>
    <dgm:pt modelId="{C71FA72B-5E52-4EEF-848B-D2D0E6B44AA5}" type="pres">
      <dgm:prSet presAssocID="{7B49607E-B56A-477B-A2DB-B4BC44B55CA5}" presName="hierRoot2" presStyleCnt="0">
        <dgm:presLayoutVars>
          <dgm:hierBranch val="init"/>
        </dgm:presLayoutVars>
      </dgm:prSet>
      <dgm:spPr/>
    </dgm:pt>
    <dgm:pt modelId="{C5068C6D-0282-4556-9136-69A4C9B0360F}" type="pres">
      <dgm:prSet presAssocID="{7B49607E-B56A-477B-A2DB-B4BC44B55CA5}" presName="rootComposite" presStyleCnt="0"/>
      <dgm:spPr/>
    </dgm:pt>
    <dgm:pt modelId="{76429670-6C02-4C6B-AC34-EA958FFA19D2}" type="pres">
      <dgm:prSet presAssocID="{7B49607E-B56A-477B-A2DB-B4BC44B55CA5}" presName="rootText" presStyleLbl="node2" presStyleIdx="0" presStyleCnt="2">
        <dgm:presLayoutVars>
          <dgm:chPref val="3"/>
        </dgm:presLayoutVars>
      </dgm:prSet>
      <dgm:spPr/>
    </dgm:pt>
    <dgm:pt modelId="{AF42DAA1-51A0-4B2A-8599-C704E251CA0A}" type="pres">
      <dgm:prSet presAssocID="{7B49607E-B56A-477B-A2DB-B4BC44B55CA5}" presName="rootConnector" presStyleLbl="node2" presStyleIdx="0" presStyleCnt="2"/>
      <dgm:spPr/>
    </dgm:pt>
    <dgm:pt modelId="{E1A8B10E-E338-4867-9258-A5992B1C453D}" type="pres">
      <dgm:prSet presAssocID="{7B49607E-B56A-477B-A2DB-B4BC44B55CA5}" presName="hierChild4" presStyleCnt="0"/>
      <dgm:spPr/>
    </dgm:pt>
    <dgm:pt modelId="{0804E3C0-3512-4B6E-9CFF-B00F34F3EFF6}" type="pres">
      <dgm:prSet presAssocID="{F5064F52-98B6-4DA5-8D1F-351BC548A417}" presName="Name64" presStyleLbl="parChTrans1D3" presStyleIdx="0" presStyleCnt="10"/>
      <dgm:spPr/>
    </dgm:pt>
    <dgm:pt modelId="{DAF0F3F4-BF14-4B11-99E0-D352650B2254}" type="pres">
      <dgm:prSet presAssocID="{036FAC93-824C-488E-BAB1-7E2381290F62}" presName="hierRoot2" presStyleCnt="0">
        <dgm:presLayoutVars>
          <dgm:hierBranch val="init"/>
        </dgm:presLayoutVars>
      </dgm:prSet>
      <dgm:spPr/>
    </dgm:pt>
    <dgm:pt modelId="{331053FC-858C-49F9-B7E8-8B99AF858190}" type="pres">
      <dgm:prSet presAssocID="{036FAC93-824C-488E-BAB1-7E2381290F62}" presName="rootComposite" presStyleCnt="0"/>
      <dgm:spPr/>
    </dgm:pt>
    <dgm:pt modelId="{D5641312-7B16-460A-8315-A0B951850E3B}" type="pres">
      <dgm:prSet presAssocID="{036FAC93-824C-488E-BAB1-7E2381290F62}" presName="rootText" presStyleLbl="node3" presStyleIdx="0" presStyleCnt="10">
        <dgm:presLayoutVars>
          <dgm:chPref val="3"/>
        </dgm:presLayoutVars>
      </dgm:prSet>
      <dgm:spPr/>
    </dgm:pt>
    <dgm:pt modelId="{7436C677-9B00-4C44-87AB-E5530C41D076}" type="pres">
      <dgm:prSet presAssocID="{036FAC93-824C-488E-BAB1-7E2381290F62}" presName="rootConnector" presStyleLbl="node3" presStyleIdx="0" presStyleCnt="10"/>
      <dgm:spPr/>
    </dgm:pt>
    <dgm:pt modelId="{09D5CDD5-8B70-450F-B2ED-D991BDBAAA8B}" type="pres">
      <dgm:prSet presAssocID="{036FAC93-824C-488E-BAB1-7E2381290F62}" presName="hierChild4" presStyleCnt="0"/>
      <dgm:spPr/>
    </dgm:pt>
    <dgm:pt modelId="{101FE044-DDC7-4472-8AC4-527B77A37975}" type="pres">
      <dgm:prSet presAssocID="{036FAC93-824C-488E-BAB1-7E2381290F62}" presName="hierChild5" presStyleCnt="0"/>
      <dgm:spPr/>
    </dgm:pt>
    <dgm:pt modelId="{3BE90821-7C6B-4F0C-8103-31ACDBBA1633}" type="pres">
      <dgm:prSet presAssocID="{B032367D-E17B-400A-B7A4-E274F75AA7F0}" presName="Name64" presStyleLbl="parChTrans1D3" presStyleIdx="1" presStyleCnt="10"/>
      <dgm:spPr/>
    </dgm:pt>
    <dgm:pt modelId="{07EE0C3A-84BC-4D40-AA6F-3BE7A5629589}" type="pres">
      <dgm:prSet presAssocID="{A17B4B63-8BB2-497F-9632-E6C68960E91B}" presName="hierRoot2" presStyleCnt="0">
        <dgm:presLayoutVars>
          <dgm:hierBranch val="init"/>
        </dgm:presLayoutVars>
      </dgm:prSet>
      <dgm:spPr/>
    </dgm:pt>
    <dgm:pt modelId="{1AF1F968-EA56-43D3-8D1E-16C402A10BB3}" type="pres">
      <dgm:prSet presAssocID="{A17B4B63-8BB2-497F-9632-E6C68960E91B}" presName="rootComposite" presStyleCnt="0"/>
      <dgm:spPr/>
    </dgm:pt>
    <dgm:pt modelId="{E191553B-1F04-4E3A-97E9-9B3758820C17}" type="pres">
      <dgm:prSet presAssocID="{A17B4B63-8BB2-497F-9632-E6C68960E91B}" presName="rootText" presStyleLbl="node3" presStyleIdx="1" presStyleCnt="10">
        <dgm:presLayoutVars>
          <dgm:chPref val="3"/>
        </dgm:presLayoutVars>
      </dgm:prSet>
      <dgm:spPr/>
    </dgm:pt>
    <dgm:pt modelId="{C70D1C0D-D8D8-4149-9BB9-45875091C74D}" type="pres">
      <dgm:prSet presAssocID="{A17B4B63-8BB2-497F-9632-E6C68960E91B}" presName="rootConnector" presStyleLbl="node3" presStyleIdx="1" presStyleCnt="10"/>
      <dgm:spPr/>
    </dgm:pt>
    <dgm:pt modelId="{03A63441-31D7-4EFF-A52C-2C23991710C1}" type="pres">
      <dgm:prSet presAssocID="{A17B4B63-8BB2-497F-9632-E6C68960E91B}" presName="hierChild4" presStyleCnt="0"/>
      <dgm:spPr/>
    </dgm:pt>
    <dgm:pt modelId="{98009917-2E42-40BD-81C1-0F515C3BC885}" type="pres">
      <dgm:prSet presAssocID="{A17B4B63-8BB2-497F-9632-E6C68960E91B}" presName="hierChild5" presStyleCnt="0"/>
      <dgm:spPr/>
    </dgm:pt>
    <dgm:pt modelId="{D2D9C3EF-589D-4213-89F3-F35ECEAED8D2}" type="pres">
      <dgm:prSet presAssocID="{440C0F7F-F967-4069-835D-8C613BDCB23A}" presName="Name64" presStyleLbl="parChTrans1D3" presStyleIdx="2" presStyleCnt="10"/>
      <dgm:spPr/>
    </dgm:pt>
    <dgm:pt modelId="{75C5F217-9098-4387-8791-D0769E7DB3C6}" type="pres">
      <dgm:prSet presAssocID="{98223C67-EFF2-4FA0-AEE3-B884F4259B0B}" presName="hierRoot2" presStyleCnt="0">
        <dgm:presLayoutVars>
          <dgm:hierBranch val="init"/>
        </dgm:presLayoutVars>
      </dgm:prSet>
      <dgm:spPr/>
    </dgm:pt>
    <dgm:pt modelId="{81B49644-23FC-4582-B04A-408F42C2C5CD}" type="pres">
      <dgm:prSet presAssocID="{98223C67-EFF2-4FA0-AEE3-B884F4259B0B}" presName="rootComposite" presStyleCnt="0"/>
      <dgm:spPr/>
    </dgm:pt>
    <dgm:pt modelId="{C9B4B4D0-AEE4-417F-A9F3-12C2F3A9AF6A}" type="pres">
      <dgm:prSet presAssocID="{98223C67-EFF2-4FA0-AEE3-B884F4259B0B}" presName="rootText" presStyleLbl="node3" presStyleIdx="2" presStyleCnt="10">
        <dgm:presLayoutVars>
          <dgm:chPref val="3"/>
        </dgm:presLayoutVars>
      </dgm:prSet>
      <dgm:spPr/>
    </dgm:pt>
    <dgm:pt modelId="{025AFC07-9E34-436B-B5AD-8A897EA0C479}" type="pres">
      <dgm:prSet presAssocID="{98223C67-EFF2-4FA0-AEE3-B884F4259B0B}" presName="rootConnector" presStyleLbl="node3" presStyleIdx="2" presStyleCnt="10"/>
      <dgm:spPr/>
    </dgm:pt>
    <dgm:pt modelId="{A31BA253-B334-4B3E-9BEB-EAC755FFD7FC}" type="pres">
      <dgm:prSet presAssocID="{98223C67-EFF2-4FA0-AEE3-B884F4259B0B}" presName="hierChild4" presStyleCnt="0"/>
      <dgm:spPr/>
    </dgm:pt>
    <dgm:pt modelId="{6228FC66-819E-487F-A03E-D78B23FAA63C}" type="pres">
      <dgm:prSet presAssocID="{98223C67-EFF2-4FA0-AEE3-B884F4259B0B}" presName="hierChild5" presStyleCnt="0"/>
      <dgm:spPr/>
    </dgm:pt>
    <dgm:pt modelId="{CE69E662-C929-4173-89C9-99E546BA8B09}" type="pres">
      <dgm:prSet presAssocID="{327A6F3C-379A-409A-B944-55EB439F7902}" presName="Name64" presStyleLbl="parChTrans1D3" presStyleIdx="3" presStyleCnt="10"/>
      <dgm:spPr/>
    </dgm:pt>
    <dgm:pt modelId="{92D30C2F-ED8A-417B-AA67-F2E83863FAF1}" type="pres">
      <dgm:prSet presAssocID="{465B2E58-60A9-467D-93AE-17929D2D2E7C}" presName="hierRoot2" presStyleCnt="0">
        <dgm:presLayoutVars>
          <dgm:hierBranch val="init"/>
        </dgm:presLayoutVars>
      </dgm:prSet>
      <dgm:spPr/>
    </dgm:pt>
    <dgm:pt modelId="{7431B19F-090A-496B-8642-22D0AC093085}" type="pres">
      <dgm:prSet presAssocID="{465B2E58-60A9-467D-93AE-17929D2D2E7C}" presName="rootComposite" presStyleCnt="0"/>
      <dgm:spPr/>
    </dgm:pt>
    <dgm:pt modelId="{7371E454-6706-43FD-80AC-75F71113ACA6}" type="pres">
      <dgm:prSet presAssocID="{465B2E58-60A9-467D-93AE-17929D2D2E7C}" presName="rootText" presStyleLbl="node3" presStyleIdx="3" presStyleCnt="10">
        <dgm:presLayoutVars>
          <dgm:chPref val="3"/>
        </dgm:presLayoutVars>
      </dgm:prSet>
      <dgm:spPr/>
    </dgm:pt>
    <dgm:pt modelId="{50A8DDAE-6455-4743-8D4D-8E0749AC66AB}" type="pres">
      <dgm:prSet presAssocID="{465B2E58-60A9-467D-93AE-17929D2D2E7C}" presName="rootConnector" presStyleLbl="node3" presStyleIdx="3" presStyleCnt="10"/>
      <dgm:spPr/>
    </dgm:pt>
    <dgm:pt modelId="{01B93E26-9E46-49F7-ACDC-D5F05A5FA962}" type="pres">
      <dgm:prSet presAssocID="{465B2E58-60A9-467D-93AE-17929D2D2E7C}" presName="hierChild4" presStyleCnt="0"/>
      <dgm:spPr/>
    </dgm:pt>
    <dgm:pt modelId="{F5C827DA-F0CB-4369-94D3-2E998FA89AEF}" type="pres">
      <dgm:prSet presAssocID="{465B2E58-60A9-467D-93AE-17929D2D2E7C}" presName="hierChild5" presStyleCnt="0"/>
      <dgm:spPr/>
    </dgm:pt>
    <dgm:pt modelId="{CE4D473A-1E93-40DD-981C-C6E0C9668432}" type="pres">
      <dgm:prSet presAssocID="{70583A4B-75C7-4CC9-96B4-785A77DFCDD8}" presName="Name64" presStyleLbl="parChTrans1D3" presStyleIdx="4" presStyleCnt="10"/>
      <dgm:spPr/>
    </dgm:pt>
    <dgm:pt modelId="{86A378F2-63B6-4B92-9FB3-5C9F63F32DE3}" type="pres">
      <dgm:prSet presAssocID="{32E7CF58-E026-48F4-B772-A67597204907}" presName="hierRoot2" presStyleCnt="0">
        <dgm:presLayoutVars>
          <dgm:hierBranch val="init"/>
        </dgm:presLayoutVars>
      </dgm:prSet>
      <dgm:spPr/>
    </dgm:pt>
    <dgm:pt modelId="{22A0A714-8410-45C8-ABA1-1114461AF5A2}" type="pres">
      <dgm:prSet presAssocID="{32E7CF58-E026-48F4-B772-A67597204907}" presName="rootComposite" presStyleCnt="0"/>
      <dgm:spPr/>
    </dgm:pt>
    <dgm:pt modelId="{AEBF16EC-9AA9-494F-9A5A-6725D68FA242}" type="pres">
      <dgm:prSet presAssocID="{32E7CF58-E026-48F4-B772-A67597204907}" presName="rootText" presStyleLbl="node3" presStyleIdx="4" presStyleCnt="10">
        <dgm:presLayoutVars>
          <dgm:chPref val="3"/>
        </dgm:presLayoutVars>
      </dgm:prSet>
      <dgm:spPr/>
    </dgm:pt>
    <dgm:pt modelId="{8478D1C5-2F35-4D20-AAA0-0E37E7AE11EC}" type="pres">
      <dgm:prSet presAssocID="{32E7CF58-E026-48F4-B772-A67597204907}" presName="rootConnector" presStyleLbl="node3" presStyleIdx="4" presStyleCnt="10"/>
      <dgm:spPr/>
    </dgm:pt>
    <dgm:pt modelId="{7B14B1BF-E84E-4BA4-AB6C-CABC05BEB22F}" type="pres">
      <dgm:prSet presAssocID="{32E7CF58-E026-48F4-B772-A67597204907}" presName="hierChild4" presStyleCnt="0"/>
      <dgm:spPr/>
    </dgm:pt>
    <dgm:pt modelId="{59C246A4-2809-429F-B473-E4725AAE01E7}" type="pres">
      <dgm:prSet presAssocID="{32E7CF58-E026-48F4-B772-A67597204907}" presName="hierChild5" presStyleCnt="0"/>
      <dgm:spPr/>
    </dgm:pt>
    <dgm:pt modelId="{6D1F7601-A54D-4F31-9FB6-E4A7BB2EE2D2}" type="pres">
      <dgm:prSet presAssocID="{257F0805-C53B-453A-BB51-E2A1607CF93F}" presName="Name64" presStyleLbl="parChTrans1D3" presStyleIdx="5" presStyleCnt="10"/>
      <dgm:spPr/>
    </dgm:pt>
    <dgm:pt modelId="{4FFEC123-9BEA-4ECE-9723-55EFB0B2CAD5}" type="pres">
      <dgm:prSet presAssocID="{3D464DB3-C4EA-4C7A-B80C-3C96FFCF54B5}" presName="hierRoot2" presStyleCnt="0">
        <dgm:presLayoutVars>
          <dgm:hierBranch val="init"/>
        </dgm:presLayoutVars>
      </dgm:prSet>
      <dgm:spPr/>
    </dgm:pt>
    <dgm:pt modelId="{CBD12138-8344-4CF3-B559-88C7833D0269}" type="pres">
      <dgm:prSet presAssocID="{3D464DB3-C4EA-4C7A-B80C-3C96FFCF54B5}" presName="rootComposite" presStyleCnt="0"/>
      <dgm:spPr/>
    </dgm:pt>
    <dgm:pt modelId="{FDBE32AF-7FB7-496B-9ABA-D352D50A80D2}" type="pres">
      <dgm:prSet presAssocID="{3D464DB3-C4EA-4C7A-B80C-3C96FFCF54B5}" presName="rootText" presStyleLbl="node3" presStyleIdx="5" presStyleCnt="10">
        <dgm:presLayoutVars>
          <dgm:chPref val="3"/>
        </dgm:presLayoutVars>
      </dgm:prSet>
      <dgm:spPr/>
    </dgm:pt>
    <dgm:pt modelId="{EF6D12AE-A5A1-4EC5-AA32-74266FC465CC}" type="pres">
      <dgm:prSet presAssocID="{3D464DB3-C4EA-4C7A-B80C-3C96FFCF54B5}" presName="rootConnector" presStyleLbl="node3" presStyleIdx="5" presStyleCnt="10"/>
      <dgm:spPr/>
    </dgm:pt>
    <dgm:pt modelId="{90440167-3BE5-4991-9250-5A81F54241D9}" type="pres">
      <dgm:prSet presAssocID="{3D464DB3-C4EA-4C7A-B80C-3C96FFCF54B5}" presName="hierChild4" presStyleCnt="0"/>
      <dgm:spPr/>
    </dgm:pt>
    <dgm:pt modelId="{4CAB965C-3915-477C-ABB4-F10079BBB1A3}" type="pres">
      <dgm:prSet presAssocID="{3D464DB3-C4EA-4C7A-B80C-3C96FFCF54B5}" presName="hierChild5" presStyleCnt="0"/>
      <dgm:spPr/>
    </dgm:pt>
    <dgm:pt modelId="{74B974BF-2043-408E-B6E1-DEF8993172E1}" type="pres">
      <dgm:prSet presAssocID="{D303DA6B-38E8-43D1-99A6-6407F7A6A24C}" presName="Name64" presStyleLbl="parChTrans1D3" presStyleIdx="6" presStyleCnt="10"/>
      <dgm:spPr/>
    </dgm:pt>
    <dgm:pt modelId="{7D181B8E-B8B9-42B0-8C54-9DC236F33099}" type="pres">
      <dgm:prSet presAssocID="{A6C6E659-E451-400E-AA5E-68B3DD23FFB2}" presName="hierRoot2" presStyleCnt="0">
        <dgm:presLayoutVars>
          <dgm:hierBranch val="init"/>
        </dgm:presLayoutVars>
      </dgm:prSet>
      <dgm:spPr/>
    </dgm:pt>
    <dgm:pt modelId="{67BAF96A-8F2C-4F1A-8AAE-BA4BE6847D28}" type="pres">
      <dgm:prSet presAssocID="{A6C6E659-E451-400E-AA5E-68B3DD23FFB2}" presName="rootComposite" presStyleCnt="0"/>
      <dgm:spPr/>
    </dgm:pt>
    <dgm:pt modelId="{AF893FBC-0526-45F2-91A2-3F28BB3E2144}" type="pres">
      <dgm:prSet presAssocID="{A6C6E659-E451-400E-AA5E-68B3DD23FFB2}" presName="rootText" presStyleLbl="node3" presStyleIdx="6" presStyleCnt="10">
        <dgm:presLayoutVars>
          <dgm:chPref val="3"/>
        </dgm:presLayoutVars>
      </dgm:prSet>
      <dgm:spPr/>
    </dgm:pt>
    <dgm:pt modelId="{2F6D7A0E-68AD-42FF-80CE-4A35DB60E077}" type="pres">
      <dgm:prSet presAssocID="{A6C6E659-E451-400E-AA5E-68B3DD23FFB2}" presName="rootConnector" presStyleLbl="node3" presStyleIdx="6" presStyleCnt="10"/>
      <dgm:spPr/>
    </dgm:pt>
    <dgm:pt modelId="{B69342A1-7543-463A-857F-B0BAE99CD74C}" type="pres">
      <dgm:prSet presAssocID="{A6C6E659-E451-400E-AA5E-68B3DD23FFB2}" presName="hierChild4" presStyleCnt="0"/>
      <dgm:spPr/>
    </dgm:pt>
    <dgm:pt modelId="{43781F81-F9BD-4A56-A767-A5123EBF979E}" type="pres">
      <dgm:prSet presAssocID="{A6C6E659-E451-400E-AA5E-68B3DD23FFB2}" presName="hierChild5" presStyleCnt="0"/>
      <dgm:spPr/>
    </dgm:pt>
    <dgm:pt modelId="{831315E6-E2F9-45E5-BD62-294DE05E3422}" type="pres">
      <dgm:prSet presAssocID="{7B49607E-B56A-477B-A2DB-B4BC44B55CA5}" presName="hierChild5" presStyleCnt="0"/>
      <dgm:spPr/>
    </dgm:pt>
    <dgm:pt modelId="{A8E9A811-52A2-48DF-905F-E42C2D3E1B54}" type="pres">
      <dgm:prSet presAssocID="{5EE3FA46-4BE7-4363-82CC-013ACEEAE639}" presName="Name64" presStyleLbl="parChTrans1D2" presStyleIdx="1" presStyleCnt="2"/>
      <dgm:spPr/>
    </dgm:pt>
    <dgm:pt modelId="{39696C46-A225-42B5-AE32-8451B37960F2}" type="pres">
      <dgm:prSet presAssocID="{8CC2ACBB-C0E6-4E1B-B06E-911568C64893}" presName="hierRoot2" presStyleCnt="0">
        <dgm:presLayoutVars>
          <dgm:hierBranch val="init"/>
        </dgm:presLayoutVars>
      </dgm:prSet>
      <dgm:spPr/>
    </dgm:pt>
    <dgm:pt modelId="{A670DA55-0D16-4710-A5BB-F94B0F23BB5C}" type="pres">
      <dgm:prSet presAssocID="{8CC2ACBB-C0E6-4E1B-B06E-911568C64893}" presName="rootComposite" presStyleCnt="0"/>
      <dgm:spPr/>
    </dgm:pt>
    <dgm:pt modelId="{19EC75CC-CDE5-4AEC-8624-2E43F55ADE69}" type="pres">
      <dgm:prSet presAssocID="{8CC2ACBB-C0E6-4E1B-B06E-911568C64893}" presName="rootText" presStyleLbl="node2" presStyleIdx="1" presStyleCnt="2">
        <dgm:presLayoutVars>
          <dgm:chPref val="3"/>
        </dgm:presLayoutVars>
      </dgm:prSet>
      <dgm:spPr/>
    </dgm:pt>
    <dgm:pt modelId="{824DC57A-4D5A-4011-BA61-491DD1D3815C}" type="pres">
      <dgm:prSet presAssocID="{8CC2ACBB-C0E6-4E1B-B06E-911568C64893}" presName="rootConnector" presStyleLbl="node2" presStyleIdx="1" presStyleCnt="2"/>
      <dgm:spPr/>
    </dgm:pt>
    <dgm:pt modelId="{41A502B3-7162-4739-9854-4FD0EE21EC70}" type="pres">
      <dgm:prSet presAssocID="{8CC2ACBB-C0E6-4E1B-B06E-911568C64893}" presName="hierChild4" presStyleCnt="0"/>
      <dgm:spPr/>
    </dgm:pt>
    <dgm:pt modelId="{EB4AF850-0624-443D-AAD0-C7C7A550D416}" type="pres">
      <dgm:prSet presAssocID="{1F04B838-6C31-44E1-A867-AA61D8309206}" presName="Name64" presStyleLbl="parChTrans1D3" presStyleIdx="7" presStyleCnt="10"/>
      <dgm:spPr/>
    </dgm:pt>
    <dgm:pt modelId="{3271DAA2-B418-47E4-AB6D-E34380B8E83B}" type="pres">
      <dgm:prSet presAssocID="{62E364EB-3E82-4CE3-9B3C-65690CDF916B}" presName="hierRoot2" presStyleCnt="0">
        <dgm:presLayoutVars>
          <dgm:hierBranch val="init"/>
        </dgm:presLayoutVars>
      </dgm:prSet>
      <dgm:spPr/>
    </dgm:pt>
    <dgm:pt modelId="{6453EBA3-CDDA-4CDB-AD25-FAA1DFA13154}" type="pres">
      <dgm:prSet presAssocID="{62E364EB-3E82-4CE3-9B3C-65690CDF916B}" presName="rootComposite" presStyleCnt="0"/>
      <dgm:spPr/>
    </dgm:pt>
    <dgm:pt modelId="{833C9373-B131-41B0-A59C-FE07792C3FE3}" type="pres">
      <dgm:prSet presAssocID="{62E364EB-3E82-4CE3-9B3C-65690CDF916B}" presName="rootText" presStyleLbl="node3" presStyleIdx="7" presStyleCnt="10">
        <dgm:presLayoutVars>
          <dgm:chPref val="3"/>
        </dgm:presLayoutVars>
      </dgm:prSet>
      <dgm:spPr/>
    </dgm:pt>
    <dgm:pt modelId="{A204CC8F-6444-4FDF-B9F2-6738D295B46B}" type="pres">
      <dgm:prSet presAssocID="{62E364EB-3E82-4CE3-9B3C-65690CDF916B}" presName="rootConnector" presStyleLbl="node3" presStyleIdx="7" presStyleCnt="10"/>
      <dgm:spPr/>
    </dgm:pt>
    <dgm:pt modelId="{DFF9E466-02F2-4864-8857-29992A0F2FD3}" type="pres">
      <dgm:prSet presAssocID="{62E364EB-3E82-4CE3-9B3C-65690CDF916B}" presName="hierChild4" presStyleCnt="0"/>
      <dgm:spPr/>
    </dgm:pt>
    <dgm:pt modelId="{A69970F4-3C3C-4AAF-B51D-C3E065685629}" type="pres">
      <dgm:prSet presAssocID="{62E364EB-3E82-4CE3-9B3C-65690CDF916B}" presName="hierChild5" presStyleCnt="0"/>
      <dgm:spPr/>
    </dgm:pt>
    <dgm:pt modelId="{33ECD789-F6E7-4C90-87C5-ADC18D0E0C12}" type="pres">
      <dgm:prSet presAssocID="{26D9285B-90AC-48B2-8ACD-BA8E04C4CAF3}" presName="Name64" presStyleLbl="parChTrans1D3" presStyleIdx="8" presStyleCnt="10"/>
      <dgm:spPr/>
    </dgm:pt>
    <dgm:pt modelId="{BFE1D338-0B99-4F0F-946A-C2F55E4E3F40}" type="pres">
      <dgm:prSet presAssocID="{AD20D14A-82F6-484C-9C0F-B0EB21FCE502}" presName="hierRoot2" presStyleCnt="0">
        <dgm:presLayoutVars>
          <dgm:hierBranch val="init"/>
        </dgm:presLayoutVars>
      </dgm:prSet>
      <dgm:spPr/>
    </dgm:pt>
    <dgm:pt modelId="{ACE3F744-CF2B-4388-9DED-DABBCB54DA62}" type="pres">
      <dgm:prSet presAssocID="{AD20D14A-82F6-484C-9C0F-B0EB21FCE502}" presName="rootComposite" presStyleCnt="0"/>
      <dgm:spPr/>
    </dgm:pt>
    <dgm:pt modelId="{690BD721-036B-474C-8F2B-2DC5E9879042}" type="pres">
      <dgm:prSet presAssocID="{AD20D14A-82F6-484C-9C0F-B0EB21FCE502}" presName="rootText" presStyleLbl="node3" presStyleIdx="8" presStyleCnt="10">
        <dgm:presLayoutVars>
          <dgm:chPref val="3"/>
        </dgm:presLayoutVars>
      </dgm:prSet>
      <dgm:spPr/>
    </dgm:pt>
    <dgm:pt modelId="{BB077B6E-BBDF-4115-9A4B-A8462C9DFCEC}" type="pres">
      <dgm:prSet presAssocID="{AD20D14A-82F6-484C-9C0F-B0EB21FCE502}" presName="rootConnector" presStyleLbl="node3" presStyleIdx="8" presStyleCnt="10"/>
      <dgm:spPr/>
    </dgm:pt>
    <dgm:pt modelId="{5C4A5AD0-31EE-46A0-B15C-76B8C7740018}" type="pres">
      <dgm:prSet presAssocID="{AD20D14A-82F6-484C-9C0F-B0EB21FCE502}" presName="hierChild4" presStyleCnt="0"/>
      <dgm:spPr/>
    </dgm:pt>
    <dgm:pt modelId="{47267C3F-DC1E-4545-8F17-91CDDF41A3C3}" type="pres">
      <dgm:prSet presAssocID="{AD20D14A-82F6-484C-9C0F-B0EB21FCE502}" presName="hierChild5" presStyleCnt="0"/>
      <dgm:spPr/>
    </dgm:pt>
    <dgm:pt modelId="{7A335B04-0B43-46D8-8E1B-1A75C30F8CC8}" type="pres">
      <dgm:prSet presAssocID="{6ADDE9E7-50EB-42EB-AE79-707EFEE50CCB}" presName="Name64" presStyleLbl="parChTrans1D3" presStyleIdx="9" presStyleCnt="10"/>
      <dgm:spPr/>
    </dgm:pt>
    <dgm:pt modelId="{82B5BD52-97D4-450C-9EE1-1B328898EE89}" type="pres">
      <dgm:prSet presAssocID="{001D89FC-1872-422E-8C2A-31479D5F8547}" presName="hierRoot2" presStyleCnt="0">
        <dgm:presLayoutVars>
          <dgm:hierBranch val="init"/>
        </dgm:presLayoutVars>
      </dgm:prSet>
      <dgm:spPr/>
    </dgm:pt>
    <dgm:pt modelId="{13FC6681-C74D-4BB4-9B86-4B39C10876E3}" type="pres">
      <dgm:prSet presAssocID="{001D89FC-1872-422E-8C2A-31479D5F8547}" presName="rootComposite" presStyleCnt="0"/>
      <dgm:spPr/>
    </dgm:pt>
    <dgm:pt modelId="{55870167-EA2D-49D6-851A-740E3C0A5CE5}" type="pres">
      <dgm:prSet presAssocID="{001D89FC-1872-422E-8C2A-31479D5F8547}" presName="rootText" presStyleLbl="node3" presStyleIdx="9" presStyleCnt="10">
        <dgm:presLayoutVars>
          <dgm:chPref val="3"/>
        </dgm:presLayoutVars>
      </dgm:prSet>
      <dgm:spPr/>
    </dgm:pt>
    <dgm:pt modelId="{83DC0758-7E52-49D7-9171-524A976694BE}" type="pres">
      <dgm:prSet presAssocID="{001D89FC-1872-422E-8C2A-31479D5F8547}" presName="rootConnector" presStyleLbl="node3" presStyleIdx="9" presStyleCnt="10"/>
      <dgm:spPr/>
    </dgm:pt>
    <dgm:pt modelId="{97FB4070-7F2D-44DD-A9F3-AB32E7693D2D}" type="pres">
      <dgm:prSet presAssocID="{001D89FC-1872-422E-8C2A-31479D5F8547}" presName="hierChild4" presStyleCnt="0"/>
      <dgm:spPr/>
    </dgm:pt>
    <dgm:pt modelId="{9AAB11FE-23AE-4A96-BEEF-BBE5D01A9FD2}" type="pres">
      <dgm:prSet presAssocID="{001D89FC-1872-422E-8C2A-31479D5F8547}" presName="hierChild5" presStyleCnt="0"/>
      <dgm:spPr/>
    </dgm:pt>
    <dgm:pt modelId="{B53DD37B-A523-4010-B7BD-EBBEE573C933}" type="pres">
      <dgm:prSet presAssocID="{8CC2ACBB-C0E6-4E1B-B06E-911568C64893}" presName="hierChild5" presStyleCnt="0"/>
      <dgm:spPr/>
    </dgm:pt>
    <dgm:pt modelId="{69C3DCC0-BF03-4DA1-BA3A-B7DDF7A9DE41}" type="pres">
      <dgm:prSet presAssocID="{51474BCE-9820-4821-8CDB-5195C49309F2}" presName="hierChild3" presStyleCnt="0"/>
      <dgm:spPr/>
    </dgm:pt>
  </dgm:ptLst>
  <dgm:cxnLst>
    <dgm:cxn modelId="{C1664804-BEFC-40A9-AD1C-C9C0C4CD0D8E}" srcId="{7B49607E-B56A-477B-A2DB-B4BC44B55CA5}" destId="{465B2E58-60A9-467D-93AE-17929D2D2E7C}" srcOrd="3" destOrd="0" parTransId="{327A6F3C-379A-409A-B944-55EB439F7902}" sibTransId="{4715F6A8-4EDD-49C1-8B62-5CC4F5B813CD}"/>
    <dgm:cxn modelId="{BDD0600C-D72E-4061-89B5-CB558D260B55}" type="presOf" srcId="{8CC2ACBB-C0E6-4E1B-B06E-911568C64893}" destId="{824DC57A-4D5A-4011-BA61-491DD1D3815C}" srcOrd="1" destOrd="0" presId="urn:microsoft.com/office/officeart/2009/3/layout/HorizontalOrganizationChart"/>
    <dgm:cxn modelId="{401A4D0C-8580-4717-822E-6B8C0045CBBA}" type="presOf" srcId="{26D9285B-90AC-48B2-8ACD-BA8E04C4CAF3}" destId="{33ECD789-F6E7-4C90-87C5-ADC18D0E0C12}" srcOrd="0" destOrd="0" presId="urn:microsoft.com/office/officeart/2009/3/layout/HorizontalOrganizationChart"/>
    <dgm:cxn modelId="{D594B310-96D6-41CB-81A6-6FB055E2E689}" type="presOf" srcId="{DCE8AB16-1C02-47E6-96E3-251215B76F20}" destId="{9D0F50A7-EBA4-4D0B-8BF2-64080C7F6098}" srcOrd="0" destOrd="0" presId="urn:microsoft.com/office/officeart/2009/3/layout/HorizontalOrganizationChart"/>
    <dgm:cxn modelId="{88937715-D739-4B42-B9A3-0324F1154117}" type="presOf" srcId="{62E364EB-3E82-4CE3-9B3C-65690CDF916B}" destId="{833C9373-B131-41B0-A59C-FE07792C3FE3}" srcOrd="0" destOrd="0" presId="urn:microsoft.com/office/officeart/2009/3/layout/HorizontalOrganizationChart"/>
    <dgm:cxn modelId="{90C7A51C-D823-4938-90A4-C166D99F33DF}" type="presOf" srcId="{036FAC93-824C-488E-BAB1-7E2381290F62}" destId="{7436C677-9B00-4C44-87AB-E5530C41D076}" srcOrd="1" destOrd="0" presId="urn:microsoft.com/office/officeart/2009/3/layout/HorizontalOrganizationChart"/>
    <dgm:cxn modelId="{B4ABAE23-A288-47A9-882C-82A4DF343CB2}" type="presOf" srcId="{3D464DB3-C4EA-4C7A-B80C-3C96FFCF54B5}" destId="{EF6D12AE-A5A1-4EC5-AA32-74266FC465CC}" srcOrd="1" destOrd="0" presId="urn:microsoft.com/office/officeart/2009/3/layout/HorizontalOrganizationChart"/>
    <dgm:cxn modelId="{3FE10124-904E-42A1-812F-5B11F94D9466}" srcId="{51474BCE-9820-4821-8CDB-5195C49309F2}" destId="{8CC2ACBB-C0E6-4E1B-B06E-911568C64893}" srcOrd="1" destOrd="0" parTransId="{5EE3FA46-4BE7-4363-82CC-013ACEEAE639}" sibTransId="{759E6B37-EE9C-45AA-A414-F41919CCF532}"/>
    <dgm:cxn modelId="{01434C26-5A56-4712-B096-65A7EE5FBA37}" type="presOf" srcId="{A17B4B63-8BB2-497F-9632-E6C68960E91B}" destId="{E191553B-1F04-4E3A-97E9-9B3758820C17}" srcOrd="0" destOrd="0" presId="urn:microsoft.com/office/officeart/2009/3/layout/HorizontalOrganizationChart"/>
    <dgm:cxn modelId="{E486002A-AFCF-48CA-A9C5-390C3EB63685}" type="presOf" srcId="{A6C6E659-E451-400E-AA5E-68B3DD23FFB2}" destId="{AF893FBC-0526-45F2-91A2-3F28BB3E2144}" srcOrd="0" destOrd="0" presId="urn:microsoft.com/office/officeart/2009/3/layout/HorizontalOrganizationChart"/>
    <dgm:cxn modelId="{C5169534-CC00-43AE-ACD4-4FDCFF64CAC5}" type="presOf" srcId="{32E7CF58-E026-48F4-B772-A67597204907}" destId="{AEBF16EC-9AA9-494F-9A5A-6725D68FA242}" srcOrd="0" destOrd="0" presId="urn:microsoft.com/office/officeart/2009/3/layout/HorizontalOrganizationChart"/>
    <dgm:cxn modelId="{774F2F37-01B8-421F-8F00-55DECA6557C0}" type="presOf" srcId="{AD20D14A-82F6-484C-9C0F-B0EB21FCE502}" destId="{690BD721-036B-474C-8F2B-2DC5E9879042}" srcOrd="0" destOrd="0" presId="urn:microsoft.com/office/officeart/2009/3/layout/HorizontalOrganizationChart"/>
    <dgm:cxn modelId="{81B77A38-C20A-46A7-81D2-AE4D62AFD472}" srcId="{7B49607E-B56A-477B-A2DB-B4BC44B55CA5}" destId="{32E7CF58-E026-48F4-B772-A67597204907}" srcOrd="4" destOrd="0" parTransId="{70583A4B-75C7-4CC9-96B4-785A77DFCDD8}" sibTransId="{2047145C-F0D4-4C57-88FB-D1A2C4184824}"/>
    <dgm:cxn modelId="{71439238-BE26-47AD-AEF8-2F569014719E}" srcId="{51474BCE-9820-4821-8CDB-5195C49309F2}" destId="{7B49607E-B56A-477B-A2DB-B4BC44B55CA5}" srcOrd="0" destOrd="0" parTransId="{EB35B702-BE7A-4C5D-8C63-AAF823F4EA45}" sibTransId="{F347B2D9-8E16-49F9-A56A-DF85BB08B592}"/>
    <dgm:cxn modelId="{AA3DED38-B996-4E46-919E-0BCAA0E31736}" type="presOf" srcId="{7B49607E-B56A-477B-A2DB-B4BC44B55CA5}" destId="{76429670-6C02-4C6B-AC34-EA958FFA19D2}" srcOrd="0" destOrd="0" presId="urn:microsoft.com/office/officeart/2009/3/layout/HorizontalOrganizationChart"/>
    <dgm:cxn modelId="{A5FD913E-D347-4B58-A6E3-BEC85BF4B4AB}" type="presOf" srcId="{62E364EB-3E82-4CE3-9B3C-65690CDF916B}" destId="{A204CC8F-6444-4FDF-B9F2-6738D295B46B}" srcOrd="1" destOrd="0" presId="urn:microsoft.com/office/officeart/2009/3/layout/HorizontalOrganizationChart"/>
    <dgm:cxn modelId="{133F543F-E318-4B05-AA55-C38C903D2344}" type="presOf" srcId="{32E7CF58-E026-48F4-B772-A67597204907}" destId="{8478D1C5-2F35-4D20-AAA0-0E37E7AE11EC}" srcOrd="1" destOrd="0" presId="urn:microsoft.com/office/officeart/2009/3/layout/HorizontalOrganizationChart"/>
    <dgm:cxn modelId="{8DE27E5E-070B-4FF7-BAAB-5FC4FE557464}" srcId="{8CC2ACBB-C0E6-4E1B-B06E-911568C64893}" destId="{62E364EB-3E82-4CE3-9B3C-65690CDF916B}" srcOrd="0" destOrd="0" parTransId="{1F04B838-6C31-44E1-A867-AA61D8309206}" sibTransId="{750FDDCD-E248-478C-9096-7A29CD8B5612}"/>
    <dgm:cxn modelId="{507D1A60-A6E0-428E-84E6-15530CC57914}" type="presOf" srcId="{A17B4B63-8BB2-497F-9632-E6C68960E91B}" destId="{C70D1C0D-D8D8-4149-9BB9-45875091C74D}" srcOrd="1" destOrd="0" presId="urn:microsoft.com/office/officeart/2009/3/layout/HorizontalOrganizationChart"/>
    <dgm:cxn modelId="{46F8E361-07C3-44D2-9145-8E7646B186A8}" srcId="{8CC2ACBB-C0E6-4E1B-B06E-911568C64893}" destId="{AD20D14A-82F6-484C-9C0F-B0EB21FCE502}" srcOrd="1" destOrd="0" parTransId="{26D9285B-90AC-48B2-8ACD-BA8E04C4CAF3}" sibTransId="{4A5208D8-EEB3-4A72-A0FF-151A069DAF6A}"/>
    <dgm:cxn modelId="{D1ADC642-B71C-4189-87F0-FEE4AC861C59}" type="presOf" srcId="{51474BCE-9820-4821-8CDB-5195C49309F2}" destId="{441E8BDC-AA12-46AA-9049-64EA5CC38482}" srcOrd="1" destOrd="0" presId="urn:microsoft.com/office/officeart/2009/3/layout/HorizontalOrganizationChart"/>
    <dgm:cxn modelId="{A302B14C-CE21-44AE-9A66-DD95D609AD38}" type="presOf" srcId="{D303DA6B-38E8-43D1-99A6-6407F7A6A24C}" destId="{74B974BF-2043-408E-B6E1-DEF8993172E1}" srcOrd="0" destOrd="0" presId="urn:microsoft.com/office/officeart/2009/3/layout/HorizontalOrganizationChart"/>
    <dgm:cxn modelId="{713C054F-E4FC-4C0A-9F2F-A1D02E69F7BD}" type="presOf" srcId="{3D464DB3-C4EA-4C7A-B80C-3C96FFCF54B5}" destId="{FDBE32AF-7FB7-496B-9ABA-D352D50A80D2}" srcOrd="0" destOrd="0" presId="urn:microsoft.com/office/officeart/2009/3/layout/HorizontalOrganizationChart"/>
    <dgm:cxn modelId="{63013C71-A297-4AAF-9478-A305059AB504}" type="presOf" srcId="{7B49607E-B56A-477B-A2DB-B4BC44B55CA5}" destId="{AF42DAA1-51A0-4B2A-8599-C704E251CA0A}" srcOrd="1" destOrd="0" presId="urn:microsoft.com/office/officeart/2009/3/layout/HorizontalOrganizationChart"/>
    <dgm:cxn modelId="{56C3F455-6AAA-4A21-BBEB-99A2B9CA5B03}" type="presOf" srcId="{70583A4B-75C7-4CC9-96B4-785A77DFCDD8}" destId="{CE4D473A-1E93-40DD-981C-C6E0C9668432}" srcOrd="0" destOrd="0" presId="urn:microsoft.com/office/officeart/2009/3/layout/HorizontalOrganizationChart"/>
    <dgm:cxn modelId="{2AB19079-C017-4E29-A3C4-F0BF3B8BF8D5}" type="presOf" srcId="{036FAC93-824C-488E-BAB1-7E2381290F62}" destId="{D5641312-7B16-460A-8315-A0B951850E3B}" srcOrd="0" destOrd="0" presId="urn:microsoft.com/office/officeart/2009/3/layout/HorizontalOrganizationChart"/>
    <dgm:cxn modelId="{8377007E-CDAD-4DF5-842E-D9DF486CA24F}" type="presOf" srcId="{98223C67-EFF2-4FA0-AEE3-B884F4259B0B}" destId="{C9B4B4D0-AEE4-417F-A9F3-12C2F3A9AF6A}" srcOrd="0" destOrd="0" presId="urn:microsoft.com/office/officeart/2009/3/layout/HorizontalOrganizationChart"/>
    <dgm:cxn modelId="{1402337F-2531-4DC4-880C-8A6408934D79}" type="presOf" srcId="{1F04B838-6C31-44E1-A867-AA61D8309206}" destId="{EB4AF850-0624-443D-AAD0-C7C7A550D416}" srcOrd="0" destOrd="0" presId="urn:microsoft.com/office/officeart/2009/3/layout/HorizontalOrganizationChart"/>
    <dgm:cxn modelId="{88BDB18F-0AA0-4547-B4C2-E340D2CBFD8F}" type="presOf" srcId="{B032367D-E17B-400A-B7A4-E274F75AA7F0}" destId="{3BE90821-7C6B-4F0C-8103-31ACDBBA1633}" srcOrd="0" destOrd="0" presId="urn:microsoft.com/office/officeart/2009/3/layout/HorizontalOrganizationChart"/>
    <dgm:cxn modelId="{69ECE498-FBD8-45CF-B3E4-56D0CF866730}" srcId="{7B49607E-B56A-477B-A2DB-B4BC44B55CA5}" destId="{A6C6E659-E451-400E-AA5E-68B3DD23FFB2}" srcOrd="6" destOrd="0" parTransId="{D303DA6B-38E8-43D1-99A6-6407F7A6A24C}" sibTransId="{441F3851-A822-4453-B988-FD7546F38D7C}"/>
    <dgm:cxn modelId="{CD832199-FDDD-40D7-BB16-358CA6B9DDD5}" srcId="{7B49607E-B56A-477B-A2DB-B4BC44B55CA5}" destId="{98223C67-EFF2-4FA0-AEE3-B884F4259B0B}" srcOrd="2" destOrd="0" parTransId="{440C0F7F-F967-4069-835D-8C613BDCB23A}" sibTransId="{D49246DC-3862-4FBE-B7D1-C4AED04E2216}"/>
    <dgm:cxn modelId="{D6B33F9A-1263-4D3D-A303-B1606731CBFE}" type="presOf" srcId="{8CC2ACBB-C0E6-4E1B-B06E-911568C64893}" destId="{19EC75CC-CDE5-4AEC-8624-2E43F55ADE69}" srcOrd="0" destOrd="0" presId="urn:microsoft.com/office/officeart/2009/3/layout/HorizontalOrganizationChart"/>
    <dgm:cxn modelId="{6CB44F9D-F4AA-4EF1-BFCF-75299855923C}" srcId="{8CC2ACBB-C0E6-4E1B-B06E-911568C64893}" destId="{001D89FC-1872-422E-8C2A-31479D5F8547}" srcOrd="2" destOrd="0" parTransId="{6ADDE9E7-50EB-42EB-AE79-707EFEE50CCB}" sibTransId="{219E4A41-43F9-4A56-BA91-F1FA83D1A0D2}"/>
    <dgm:cxn modelId="{7362FB9E-DF84-4D13-982E-C20B55C0E74B}" type="presOf" srcId="{A6C6E659-E451-400E-AA5E-68B3DD23FFB2}" destId="{2F6D7A0E-68AD-42FF-80CE-4A35DB60E077}" srcOrd="1" destOrd="0" presId="urn:microsoft.com/office/officeart/2009/3/layout/HorizontalOrganizationChart"/>
    <dgm:cxn modelId="{830132A7-D292-42B6-9A8D-C619C5E35D2A}" type="presOf" srcId="{AD20D14A-82F6-484C-9C0F-B0EB21FCE502}" destId="{BB077B6E-BBDF-4115-9A4B-A8462C9DFCEC}" srcOrd="1" destOrd="0" presId="urn:microsoft.com/office/officeart/2009/3/layout/HorizontalOrganizationChart"/>
    <dgm:cxn modelId="{B359D2AA-C2D2-4799-9AFE-6556816F18D8}" type="presOf" srcId="{98223C67-EFF2-4FA0-AEE3-B884F4259B0B}" destId="{025AFC07-9E34-436B-B5AD-8A897EA0C479}" srcOrd="1" destOrd="0" presId="urn:microsoft.com/office/officeart/2009/3/layout/HorizontalOrganizationChart"/>
    <dgm:cxn modelId="{D0D3E4AC-B086-4568-8340-62A5CF85A304}" type="presOf" srcId="{51474BCE-9820-4821-8CDB-5195C49309F2}" destId="{31CA38D3-7AD6-4254-B5C1-7F48302B0B73}" srcOrd="0" destOrd="0" presId="urn:microsoft.com/office/officeart/2009/3/layout/HorizontalOrganizationChart"/>
    <dgm:cxn modelId="{A2B20FB5-7647-4B83-B95E-4DDCE30C6009}" type="presOf" srcId="{F5064F52-98B6-4DA5-8D1F-351BC548A417}" destId="{0804E3C0-3512-4B6E-9CFF-B00F34F3EFF6}" srcOrd="0" destOrd="0" presId="urn:microsoft.com/office/officeart/2009/3/layout/HorizontalOrganizationChart"/>
    <dgm:cxn modelId="{E48986B7-1556-406B-A3A2-172F28FEBA8D}" type="presOf" srcId="{465B2E58-60A9-467D-93AE-17929D2D2E7C}" destId="{50A8DDAE-6455-4743-8D4D-8E0749AC66AB}" srcOrd="1" destOrd="0" presId="urn:microsoft.com/office/officeart/2009/3/layout/HorizontalOrganizationChart"/>
    <dgm:cxn modelId="{EB450BC0-0A85-42BF-8842-60D966DF105E}" srcId="{DCE8AB16-1C02-47E6-96E3-251215B76F20}" destId="{51474BCE-9820-4821-8CDB-5195C49309F2}" srcOrd="0" destOrd="0" parTransId="{A307F8F5-ECDF-42E0-A701-2D18CC3B4EF7}" sibTransId="{022926D6-7094-473E-8099-F05DF7D1A7FB}"/>
    <dgm:cxn modelId="{EFDBB4C3-4532-4101-B9D9-1448754EA3B4}" type="presOf" srcId="{001D89FC-1872-422E-8C2A-31479D5F8547}" destId="{83DC0758-7E52-49D7-9171-524A976694BE}" srcOrd="1" destOrd="0" presId="urn:microsoft.com/office/officeart/2009/3/layout/HorizontalOrganizationChart"/>
    <dgm:cxn modelId="{415E9FD5-8BB1-404B-8C9B-6A6376D719D0}" srcId="{7B49607E-B56A-477B-A2DB-B4BC44B55CA5}" destId="{3D464DB3-C4EA-4C7A-B80C-3C96FFCF54B5}" srcOrd="5" destOrd="0" parTransId="{257F0805-C53B-453A-BB51-E2A1607CF93F}" sibTransId="{76815352-4444-4269-ADBC-C428CFA9AFD3}"/>
    <dgm:cxn modelId="{F8BE5DD7-B82F-49C1-A4F8-794DC1BF0ED2}" type="presOf" srcId="{327A6F3C-379A-409A-B944-55EB439F7902}" destId="{CE69E662-C929-4173-89C9-99E546BA8B09}" srcOrd="0" destOrd="0" presId="urn:microsoft.com/office/officeart/2009/3/layout/HorizontalOrganizationChart"/>
    <dgm:cxn modelId="{057788D8-041E-424C-AE8E-6BE8BC05C177}" type="presOf" srcId="{465B2E58-60A9-467D-93AE-17929D2D2E7C}" destId="{7371E454-6706-43FD-80AC-75F71113ACA6}" srcOrd="0" destOrd="0" presId="urn:microsoft.com/office/officeart/2009/3/layout/HorizontalOrganizationChart"/>
    <dgm:cxn modelId="{6BA557DB-1DA6-469C-AC1E-0441FCF861C9}" type="presOf" srcId="{440C0F7F-F967-4069-835D-8C613BDCB23A}" destId="{D2D9C3EF-589D-4213-89F3-F35ECEAED8D2}" srcOrd="0" destOrd="0" presId="urn:microsoft.com/office/officeart/2009/3/layout/HorizontalOrganizationChart"/>
    <dgm:cxn modelId="{6C87DADF-6582-4EC3-8680-6E32B51D3BBB}" type="presOf" srcId="{6ADDE9E7-50EB-42EB-AE79-707EFEE50CCB}" destId="{7A335B04-0B43-46D8-8E1B-1A75C30F8CC8}" srcOrd="0" destOrd="0" presId="urn:microsoft.com/office/officeart/2009/3/layout/HorizontalOrganizationChart"/>
    <dgm:cxn modelId="{855CE0E1-F3C0-46AF-96C6-F4343705563E}" type="presOf" srcId="{5EE3FA46-4BE7-4363-82CC-013ACEEAE639}" destId="{A8E9A811-52A2-48DF-905F-E42C2D3E1B54}" srcOrd="0" destOrd="0" presId="urn:microsoft.com/office/officeart/2009/3/layout/HorizontalOrganizationChart"/>
    <dgm:cxn modelId="{E75D67E5-B549-4054-9947-D0A6336716DE}" type="presOf" srcId="{EB35B702-BE7A-4C5D-8C63-AAF823F4EA45}" destId="{07D8C007-53B2-413C-A4C8-859925B303CF}" srcOrd="0" destOrd="0" presId="urn:microsoft.com/office/officeart/2009/3/layout/HorizontalOrganizationChart"/>
    <dgm:cxn modelId="{2B9719F0-0FD5-4303-95AB-3B68820D0BA2}" srcId="{7B49607E-B56A-477B-A2DB-B4BC44B55CA5}" destId="{A17B4B63-8BB2-497F-9632-E6C68960E91B}" srcOrd="1" destOrd="0" parTransId="{B032367D-E17B-400A-B7A4-E274F75AA7F0}" sibTransId="{F9476D58-F8ED-47F3-A6C8-CF717D252D12}"/>
    <dgm:cxn modelId="{7D9F87F5-1AB6-43A6-B751-F58315A451F9}" type="presOf" srcId="{001D89FC-1872-422E-8C2A-31479D5F8547}" destId="{55870167-EA2D-49D6-851A-740E3C0A5CE5}" srcOrd="0" destOrd="0" presId="urn:microsoft.com/office/officeart/2009/3/layout/HorizontalOrganizationChart"/>
    <dgm:cxn modelId="{E23A62F6-C748-48ED-B052-FBC9B9538928}" type="presOf" srcId="{257F0805-C53B-453A-BB51-E2A1607CF93F}" destId="{6D1F7601-A54D-4F31-9FB6-E4A7BB2EE2D2}" srcOrd="0" destOrd="0" presId="urn:microsoft.com/office/officeart/2009/3/layout/HorizontalOrganizationChart"/>
    <dgm:cxn modelId="{B657BBFC-04E3-493D-9763-60D333281B45}" srcId="{7B49607E-B56A-477B-A2DB-B4BC44B55CA5}" destId="{036FAC93-824C-488E-BAB1-7E2381290F62}" srcOrd="0" destOrd="0" parTransId="{F5064F52-98B6-4DA5-8D1F-351BC548A417}" sibTransId="{4CD68A83-A9FD-4116-88BD-71CEA1F6DE00}"/>
    <dgm:cxn modelId="{EF506B2D-7BD0-4C1B-9DD7-AF1A604AED40}" type="presParOf" srcId="{9D0F50A7-EBA4-4D0B-8BF2-64080C7F6098}" destId="{156668F3-9B3C-41CE-97E3-F144E3A8C5A0}" srcOrd="0" destOrd="0" presId="urn:microsoft.com/office/officeart/2009/3/layout/HorizontalOrganizationChart"/>
    <dgm:cxn modelId="{85560E60-FD65-49AE-AB79-FF6361116DAA}" type="presParOf" srcId="{156668F3-9B3C-41CE-97E3-F144E3A8C5A0}" destId="{D4E30641-43E6-4306-BCA1-28919F2EC7F3}" srcOrd="0" destOrd="0" presId="urn:microsoft.com/office/officeart/2009/3/layout/HorizontalOrganizationChart"/>
    <dgm:cxn modelId="{12FD8364-912C-4CAE-820B-308A4E6000B7}" type="presParOf" srcId="{D4E30641-43E6-4306-BCA1-28919F2EC7F3}" destId="{31CA38D3-7AD6-4254-B5C1-7F48302B0B73}" srcOrd="0" destOrd="0" presId="urn:microsoft.com/office/officeart/2009/3/layout/HorizontalOrganizationChart"/>
    <dgm:cxn modelId="{29273082-BBF9-442A-9A6D-E4ED393A2BC3}" type="presParOf" srcId="{D4E30641-43E6-4306-BCA1-28919F2EC7F3}" destId="{441E8BDC-AA12-46AA-9049-64EA5CC38482}" srcOrd="1" destOrd="0" presId="urn:microsoft.com/office/officeart/2009/3/layout/HorizontalOrganizationChart"/>
    <dgm:cxn modelId="{65099AED-6571-4A6A-988E-B7D7E9667BCD}" type="presParOf" srcId="{156668F3-9B3C-41CE-97E3-F144E3A8C5A0}" destId="{43A23862-E50C-402F-8F21-455AA159FCB9}" srcOrd="1" destOrd="0" presId="urn:microsoft.com/office/officeart/2009/3/layout/HorizontalOrganizationChart"/>
    <dgm:cxn modelId="{023940F6-813D-4120-8B1C-5A7F346433FE}" type="presParOf" srcId="{43A23862-E50C-402F-8F21-455AA159FCB9}" destId="{07D8C007-53B2-413C-A4C8-859925B303CF}" srcOrd="0" destOrd="0" presId="urn:microsoft.com/office/officeart/2009/3/layout/HorizontalOrganizationChart"/>
    <dgm:cxn modelId="{B4DDC7A6-7D82-4436-A376-4C70218A21A1}" type="presParOf" srcId="{43A23862-E50C-402F-8F21-455AA159FCB9}" destId="{C71FA72B-5E52-4EEF-848B-D2D0E6B44AA5}" srcOrd="1" destOrd="0" presId="urn:microsoft.com/office/officeart/2009/3/layout/HorizontalOrganizationChart"/>
    <dgm:cxn modelId="{C794CE98-CFA2-466F-ADC3-8B2150B1D3B6}" type="presParOf" srcId="{C71FA72B-5E52-4EEF-848B-D2D0E6B44AA5}" destId="{C5068C6D-0282-4556-9136-69A4C9B0360F}" srcOrd="0" destOrd="0" presId="urn:microsoft.com/office/officeart/2009/3/layout/HorizontalOrganizationChart"/>
    <dgm:cxn modelId="{96034A4C-801D-469E-BACE-797752E9A788}" type="presParOf" srcId="{C5068C6D-0282-4556-9136-69A4C9B0360F}" destId="{76429670-6C02-4C6B-AC34-EA958FFA19D2}" srcOrd="0" destOrd="0" presId="urn:microsoft.com/office/officeart/2009/3/layout/HorizontalOrganizationChart"/>
    <dgm:cxn modelId="{3E787F69-A773-4023-9C7A-3840CDC91892}" type="presParOf" srcId="{C5068C6D-0282-4556-9136-69A4C9B0360F}" destId="{AF42DAA1-51A0-4B2A-8599-C704E251CA0A}" srcOrd="1" destOrd="0" presId="urn:microsoft.com/office/officeart/2009/3/layout/HorizontalOrganizationChart"/>
    <dgm:cxn modelId="{A91AF5C6-C1AE-410E-A936-E4AD7C74AF5B}" type="presParOf" srcId="{C71FA72B-5E52-4EEF-848B-D2D0E6B44AA5}" destId="{E1A8B10E-E338-4867-9258-A5992B1C453D}" srcOrd="1" destOrd="0" presId="urn:microsoft.com/office/officeart/2009/3/layout/HorizontalOrganizationChart"/>
    <dgm:cxn modelId="{24C4065C-1A03-4CD5-A103-BBD714703A6F}" type="presParOf" srcId="{E1A8B10E-E338-4867-9258-A5992B1C453D}" destId="{0804E3C0-3512-4B6E-9CFF-B00F34F3EFF6}" srcOrd="0" destOrd="0" presId="urn:microsoft.com/office/officeart/2009/3/layout/HorizontalOrganizationChart"/>
    <dgm:cxn modelId="{9448EF61-0DED-4A3F-9F32-547FC50B09B8}" type="presParOf" srcId="{E1A8B10E-E338-4867-9258-A5992B1C453D}" destId="{DAF0F3F4-BF14-4B11-99E0-D352650B2254}" srcOrd="1" destOrd="0" presId="urn:microsoft.com/office/officeart/2009/3/layout/HorizontalOrganizationChart"/>
    <dgm:cxn modelId="{F6213369-31E2-43DE-AC9E-0F4D08496829}" type="presParOf" srcId="{DAF0F3F4-BF14-4B11-99E0-D352650B2254}" destId="{331053FC-858C-49F9-B7E8-8B99AF858190}" srcOrd="0" destOrd="0" presId="urn:microsoft.com/office/officeart/2009/3/layout/HorizontalOrganizationChart"/>
    <dgm:cxn modelId="{91DC6ACA-FBA7-4FD4-ABCA-A7719D008B7F}" type="presParOf" srcId="{331053FC-858C-49F9-B7E8-8B99AF858190}" destId="{D5641312-7B16-460A-8315-A0B951850E3B}" srcOrd="0" destOrd="0" presId="urn:microsoft.com/office/officeart/2009/3/layout/HorizontalOrganizationChart"/>
    <dgm:cxn modelId="{662D8509-758B-4E07-BAD3-9874A196966C}" type="presParOf" srcId="{331053FC-858C-49F9-B7E8-8B99AF858190}" destId="{7436C677-9B00-4C44-87AB-E5530C41D076}" srcOrd="1" destOrd="0" presId="urn:microsoft.com/office/officeart/2009/3/layout/HorizontalOrganizationChart"/>
    <dgm:cxn modelId="{4DC2174B-6614-41EF-AF72-C2E47E49100D}" type="presParOf" srcId="{DAF0F3F4-BF14-4B11-99E0-D352650B2254}" destId="{09D5CDD5-8B70-450F-B2ED-D991BDBAAA8B}" srcOrd="1" destOrd="0" presId="urn:microsoft.com/office/officeart/2009/3/layout/HorizontalOrganizationChart"/>
    <dgm:cxn modelId="{FDCC05E2-4260-446B-8BA7-6532034F9432}" type="presParOf" srcId="{DAF0F3F4-BF14-4B11-99E0-D352650B2254}" destId="{101FE044-DDC7-4472-8AC4-527B77A37975}" srcOrd="2" destOrd="0" presId="urn:microsoft.com/office/officeart/2009/3/layout/HorizontalOrganizationChart"/>
    <dgm:cxn modelId="{09AA5211-EAAA-491E-A9C4-FBFA6D25C8B3}" type="presParOf" srcId="{E1A8B10E-E338-4867-9258-A5992B1C453D}" destId="{3BE90821-7C6B-4F0C-8103-31ACDBBA1633}" srcOrd="2" destOrd="0" presId="urn:microsoft.com/office/officeart/2009/3/layout/HorizontalOrganizationChart"/>
    <dgm:cxn modelId="{728F92CB-8761-4BFB-B4CA-26171B0E4979}" type="presParOf" srcId="{E1A8B10E-E338-4867-9258-A5992B1C453D}" destId="{07EE0C3A-84BC-4D40-AA6F-3BE7A5629589}" srcOrd="3" destOrd="0" presId="urn:microsoft.com/office/officeart/2009/3/layout/HorizontalOrganizationChart"/>
    <dgm:cxn modelId="{72211343-D96F-4204-803F-6C7A99F5A116}" type="presParOf" srcId="{07EE0C3A-84BC-4D40-AA6F-3BE7A5629589}" destId="{1AF1F968-EA56-43D3-8D1E-16C402A10BB3}" srcOrd="0" destOrd="0" presId="urn:microsoft.com/office/officeart/2009/3/layout/HorizontalOrganizationChart"/>
    <dgm:cxn modelId="{2C199634-8FAD-44F1-A84A-171B0531B4AE}" type="presParOf" srcId="{1AF1F968-EA56-43D3-8D1E-16C402A10BB3}" destId="{E191553B-1F04-4E3A-97E9-9B3758820C17}" srcOrd="0" destOrd="0" presId="urn:microsoft.com/office/officeart/2009/3/layout/HorizontalOrganizationChart"/>
    <dgm:cxn modelId="{D90D9FF9-3AEA-4DBB-A1EA-C37F885632E3}" type="presParOf" srcId="{1AF1F968-EA56-43D3-8D1E-16C402A10BB3}" destId="{C70D1C0D-D8D8-4149-9BB9-45875091C74D}" srcOrd="1" destOrd="0" presId="urn:microsoft.com/office/officeart/2009/3/layout/HorizontalOrganizationChart"/>
    <dgm:cxn modelId="{DCA4C97F-802E-4C78-B569-81E1E4312123}" type="presParOf" srcId="{07EE0C3A-84BC-4D40-AA6F-3BE7A5629589}" destId="{03A63441-31D7-4EFF-A52C-2C23991710C1}" srcOrd="1" destOrd="0" presId="urn:microsoft.com/office/officeart/2009/3/layout/HorizontalOrganizationChart"/>
    <dgm:cxn modelId="{8CC99155-7A03-40FE-A0BA-74BA07AA4E96}" type="presParOf" srcId="{07EE0C3A-84BC-4D40-AA6F-3BE7A5629589}" destId="{98009917-2E42-40BD-81C1-0F515C3BC885}" srcOrd="2" destOrd="0" presId="urn:microsoft.com/office/officeart/2009/3/layout/HorizontalOrganizationChart"/>
    <dgm:cxn modelId="{6FED079E-767E-4C35-B11E-95E620118B65}" type="presParOf" srcId="{E1A8B10E-E338-4867-9258-A5992B1C453D}" destId="{D2D9C3EF-589D-4213-89F3-F35ECEAED8D2}" srcOrd="4" destOrd="0" presId="urn:microsoft.com/office/officeart/2009/3/layout/HorizontalOrganizationChart"/>
    <dgm:cxn modelId="{109B28FC-F9A7-484D-9950-BB4BEFDAAE06}" type="presParOf" srcId="{E1A8B10E-E338-4867-9258-A5992B1C453D}" destId="{75C5F217-9098-4387-8791-D0769E7DB3C6}" srcOrd="5" destOrd="0" presId="urn:microsoft.com/office/officeart/2009/3/layout/HorizontalOrganizationChart"/>
    <dgm:cxn modelId="{3197F933-5D7D-4D45-A303-94FFE751AC3C}" type="presParOf" srcId="{75C5F217-9098-4387-8791-D0769E7DB3C6}" destId="{81B49644-23FC-4582-B04A-408F42C2C5CD}" srcOrd="0" destOrd="0" presId="urn:microsoft.com/office/officeart/2009/3/layout/HorizontalOrganizationChart"/>
    <dgm:cxn modelId="{29AFB94B-7F28-4631-9DB9-2E36472DFD52}" type="presParOf" srcId="{81B49644-23FC-4582-B04A-408F42C2C5CD}" destId="{C9B4B4D0-AEE4-417F-A9F3-12C2F3A9AF6A}" srcOrd="0" destOrd="0" presId="urn:microsoft.com/office/officeart/2009/3/layout/HorizontalOrganizationChart"/>
    <dgm:cxn modelId="{69B92EC1-C9F1-4C51-BCE8-AA892610D002}" type="presParOf" srcId="{81B49644-23FC-4582-B04A-408F42C2C5CD}" destId="{025AFC07-9E34-436B-B5AD-8A897EA0C479}" srcOrd="1" destOrd="0" presId="urn:microsoft.com/office/officeart/2009/3/layout/HorizontalOrganizationChart"/>
    <dgm:cxn modelId="{9A613703-6D05-4FDF-BF9C-C94D83DF1453}" type="presParOf" srcId="{75C5F217-9098-4387-8791-D0769E7DB3C6}" destId="{A31BA253-B334-4B3E-9BEB-EAC755FFD7FC}" srcOrd="1" destOrd="0" presId="urn:microsoft.com/office/officeart/2009/3/layout/HorizontalOrganizationChart"/>
    <dgm:cxn modelId="{67CF76B1-3869-4A00-BECD-07AEE83F4253}" type="presParOf" srcId="{75C5F217-9098-4387-8791-D0769E7DB3C6}" destId="{6228FC66-819E-487F-A03E-D78B23FAA63C}" srcOrd="2" destOrd="0" presId="urn:microsoft.com/office/officeart/2009/3/layout/HorizontalOrganizationChart"/>
    <dgm:cxn modelId="{A588BC12-285A-41FC-85D3-2C6634F6AA60}" type="presParOf" srcId="{E1A8B10E-E338-4867-9258-A5992B1C453D}" destId="{CE69E662-C929-4173-89C9-99E546BA8B09}" srcOrd="6" destOrd="0" presId="urn:microsoft.com/office/officeart/2009/3/layout/HorizontalOrganizationChart"/>
    <dgm:cxn modelId="{D26A2082-DF57-4AA3-BA00-D527FE51BEE2}" type="presParOf" srcId="{E1A8B10E-E338-4867-9258-A5992B1C453D}" destId="{92D30C2F-ED8A-417B-AA67-F2E83863FAF1}" srcOrd="7" destOrd="0" presId="urn:microsoft.com/office/officeart/2009/3/layout/HorizontalOrganizationChart"/>
    <dgm:cxn modelId="{56908AA1-36E4-4BB9-B363-CC1C264D6621}" type="presParOf" srcId="{92D30C2F-ED8A-417B-AA67-F2E83863FAF1}" destId="{7431B19F-090A-496B-8642-22D0AC093085}" srcOrd="0" destOrd="0" presId="urn:microsoft.com/office/officeart/2009/3/layout/HorizontalOrganizationChart"/>
    <dgm:cxn modelId="{7D7C26EB-1B1C-49E9-939D-614190FD13A5}" type="presParOf" srcId="{7431B19F-090A-496B-8642-22D0AC093085}" destId="{7371E454-6706-43FD-80AC-75F71113ACA6}" srcOrd="0" destOrd="0" presId="urn:microsoft.com/office/officeart/2009/3/layout/HorizontalOrganizationChart"/>
    <dgm:cxn modelId="{3EB06C1B-A5CD-4238-9634-816766C649E5}" type="presParOf" srcId="{7431B19F-090A-496B-8642-22D0AC093085}" destId="{50A8DDAE-6455-4743-8D4D-8E0749AC66AB}" srcOrd="1" destOrd="0" presId="urn:microsoft.com/office/officeart/2009/3/layout/HorizontalOrganizationChart"/>
    <dgm:cxn modelId="{D405686C-B9C3-401E-9C8A-C617637139C6}" type="presParOf" srcId="{92D30C2F-ED8A-417B-AA67-F2E83863FAF1}" destId="{01B93E26-9E46-49F7-ACDC-D5F05A5FA962}" srcOrd="1" destOrd="0" presId="urn:microsoft.com/office/officeart/2009/3/layout/HorizontalOrganizationChart"/>
    <dgm:cxn modelId="{4BABD842-607A-4DF2-A894-01222EEED6E7}" type="presParOf" srcId="{92D30C2F-ED8A-417B-AA67-F2E83863FAF1}" destId="{F5C827DA-F0CB-4369-94D3-2E998FA89AEF}" srcOrd="2" destOrd="0" presId="urn:microsoft.com/office/officeart/2009/3/layout/HorizontalOrganizationChart"/>
    <dgm:cxn modelId="{F0B94E56-4DB4-4CA3-8724-19E2962BDC82}" type="presParOf" srcId="{E1A8B10E-E338-4867-9258-A5992B1C453D}" destId="{CE4D473A-1E93-40DD-981C-C6E0C9668432}" srcOrd="8" destOrd="0" presId="urn:microsoft.com/office/officeart/2009/3/layout/HorizontalOrganizationChart"/>
    <dgm:cxn modelId="{1ED4B5AC-8289-4A92-B5F9-276B43613CE9}" type="presParOf" srcId="{E1A8B10E-E338-4867-9258-A5992B1C453D}" destId="{86A378F2-63B6-4B92-9FB3-5C9F63F32DE3}" srcOrd="9" destOrd="0" presId="urn:microsoft.com/office/officeart/2009/3/layout/HorizontalOrganizationChart"/>
    <dgm:cxn modelId="{85284AA0-15F1-4FB5-B40F-40450DA57A29}" type="presParOf" srcId="{86A378F2-63B6-4B92-9FB3-5C9F63F32DE3}" destId="{22A0A714-8410-45C8-ABA1-1114461AF5A2}" srcOrd="0" destOrd="0" presId="urn:microsoft.com/office/officeart/2009/3/layout/HorizontalOrganizationChart"/>
    <dgm:cxn modelId="{99BC7809-F0EF-46E1-BBBE-8F68257763F4}" type="presParOf" srcId="{22A0A714-8410-45C8-ABA1-1114461AF5A2}" destId="{AEBF16EC-9AA9-494F-9A5A-6725D68FA242}" srcOrd="0" destOrd="0" presId="urn:microsoft.com/office/officeart/2009/3/layout/HorizontalOrganizationChart"/>
    <dgm:cxn modelId="{CA5ADD26-F467-4C62-9894-9D49AF3218B7}" type="presParOf" srcId="{22A0A714-8410-45C8-ABA1-1114461AF5A2}" destId="{8478D1C5-2F35-4D20-AAA0-0E37E7AE11EC}" srcOrd="1" destOrd="0" presId="urn:microsoft.com/office/officeart/2009/3/layout/HorizontalOrganizationChart"/>
    <dgm:cxn modelId="{F4C08B00-8573-439F-8375-43DA1566A041}" type="presParOf" srcId="{86A378F2-63B6-4B92-9FB3-5C9F63F32DE3}" destId="{7B14B1BF-E84E-4BA4-AB6C-CABC05BEB22F}" srcOrd="1" destOrd="0" presId="urn:microsoft.com/office/officeart/2009/3/layout/HorizontalOrganizationChart"/>
    <dgm:cxn modelId="{81861C2F-34B6-4EE4-A425-CA2C0BC50462}" type="presParOf" srcId="{86A378F2-63B6-4B92-9FB3-5C9F63F32DE3}" destId="{59C246A4-2809-429F-B473-E4725AAE01E7}" srcOrd="2" destOrd="0" presId="urn:microsoft.com/office/officeart/2009/3/layout/HorizontalOrganizationChart"/>
    <dgm:cxn modelId="{218677B0-431C-4878-B34C-DB314B5BD390}" type="presParOf" srcId="{E1A8B10E-E338-4867-9258-A5992B1C453D}" destId="{6D1F7601-A54D-4F31-9FB6-E4A7BB2EE2D2}" srcOrd="10" destOrd="0" presId="urn:microsoft.com/office/officeart/2009/3/layout/HorizontalOrganizationChart"/>
    <dgm:cxn modelId="{AA69AA90-1552-4415-9BAF-CE4363D904E8}" type="presParOf" srcId="{E1A8B10E-E338-4867-9258-A5992B1C453D}" destId="{4FFEC123-9BEA-4ECE-9723-55EFB0B2CAD5}" srcOrd="11" destOrd="0" presId="urn:microsoft.com/office/officeart/2009/3/layout/HorizontalOrganizationChart"/>
    <dgm:cxn modelId="{26AC863E-8AA4-49C8-B5F8-EBB1386AB46D}" type="presParOf" srcId="{4FFEC123-9BEA-4ECE-9723-55EFB0B2CAD5}" destId="{CBD12138-8344-4CF3-B559-88C7833D0269}" srcOrd="0" destOrd="0" presId="urn:microsoft.com/office/officeart/2009/3/layout/HorizontalOrganizationChart"/>
    <dgm:cxn modelId="{535D7874-220B-4448-9D6D-817C8C18C982}" type="presParOf" srcId="{CBD12138-8344-4CF3-B559-88C7833D0269}" destId="{FDBE32AF-7FB7-496B-9ABA-D352D50A80D2}" srcOrd="0" destOrd="0" presId="urn:microsoft.com/office/officeart/2009/3/layout/HorizontalOrganizationChart"/>
    <dgm:cxn modelId="{E580ADD4-5AD1-47CA-A8C1-F1296F7B1F21}" type="presParOf" srcId="{CBD12138-8344-4CF3-B559-88C7833D0269}" destId="{EF6D12AE-A5A1-4EC5-AA32-74266FC465CC}" srcOrd="1" destOrd="0" presId="urn:microsoft.com/office/officeart/2009/3/layout/HorizontalOrganizationChart"/>
    <dgm:cxn modelId="{550A6C18-0E04-460B-A56C-D417AFAE8352}" type="presParOf" srcId="{4FFEC123-9BEA-4ECE-9723-55EFB0B2CAD5}" destId="{90440167-3BE5-4991-9250-5A81F54241D9}" srcOrd="1" destOrd="0" presId="urn:microsoft.com/office/officeart/2009/3/layout/HorizontalOrganizationChart"/>
    <dgm:cxn modelId="{EBDE90BA-3F1D-42F2-9C16-BB0A316E170D}" type="presParOf" srcId="{4FFEC123-9BEA-4ECE-9723-55EFB0B2CAD5}" destId="{4CAB965C-3915-477C-ABB4-F10079BBB1A3}" srcOrd="2" destOrd="0" presId="urn:microsoft.com/office/officeart/2009/3/layout/HorizontalOrganizationChart"/>
    <dgm:cxn modelId="{333927BF-0500-4578-9479-BA03B8540CB2}" type="presParOf" srcId="{E1A8B10E-E338-4867-9258-A5992B1C453D}" destId="{74B974BF-2043-408E-B6E1-DEF8993172E1}" srcOrd="12" destOrd="0" presId="urn:microsoft.com/office/officeart/2009/3/layout/HorizontalOrganizationChart"/>
    <dgm:cxn modelId="{E7AE4888-D4C7-436A-A622-64E650CB899D}" type="presParOf" srcId="{E1A8B10E-E338-4867-9258-A5992B1C453D}" destId="{7D181B8E-B8B9-42B0-8C54-9DC236F33099}" srcOrd="13" destOrd="0" presId="urn:microsoft.com/office/officeart/2009/3/layout/HorizontalOrganizationChart"/>
    <dgm:cxn modelId="{4B9E0344-3048-438A-8029-16467BFEE8B5}" type="presParOf" srcId="{7D181B8E-B8B9-42B0-8C54-9DC236F33099}" destId="{67BAF96A-8F2C-4F1A-8AAE-BA4BE6847D28}" srcOrd="0" destOrd="0" presId="urn:microsoft.com/office/officeart/2009/3/layout/HorizontalOrganizationChart"/>
    <dgm:cxn modelId="{B22A9559-52E8-411B-80C1-6A00D9FB5829}" type="presParOf" srcId="{67BAF96A-8F2C-4F1A-8AAE-BA4BE6847D28}" destId="{AF893FBC-0526-45F2-91A2-3F28BB3E2144}" srcOrd="0" destOrd="0" presId="urn:microsoft.com/office/officeart/2009/3/layout/HorizontalOrganizationChart"/>
    <dgm:cxn modelId="{5CBA80DF-F0EE-46C5-9F4C-F798B58B9318}" type="presParOf" srcId="{67BAF96A-8F2C-4F1A-8AAE-BA4BE6847D28}" destId="{2F6D7A0E-68AD-42FF-80CE-4A35DB60E077}" srcOrd="1" destOrd="0" presId="urn:microsoft.com/office/officeart/2009/3/layout/HorizontalOrganizationChart"/>
    <dgm:cxn modelId="{EBA12363-15AC-4557-8010-26F1D74D0AC2}" type="presParOf" srcId="{7D181B8E-B8B9-42B0-8C54-9DC236F33099}" destId="{B69342A1-7543-463A-857F-B0BAE99CD74C}" srcOrd="1" destOrd="0" presId="urn:microsoft.com/office/officeart/2009/3/layout/HorizontalOrganizationChart"/>
    <dgm:cxn modelId="{47DFC913-1BFE-4901-ACD4-21126FAE427A}" type="presParOf" srcId="{7D181B8E-B8B9-42B0-8C54-9DC236F33099}" destId="{43781F81-F9BD-4A56-A767-A5123EBF979E}" srcOrd="2" destOrd="0" presId="urn:microsoft.com/office/officeart/2009/3/layout/HorizontalOrganizationChart"/>
    <dgm:cxn modelId="{6BB36E2E-6950-40BD-8445-EA4DDA659E10}" type="presParOf" srcId="{C71FA72B-5E52-4EEF-848B-D2D0E6B44AA5}" destId="{831315E6-E2F9-45E5-BD62-294DE05E3422}" srcOrd="2" destOrd="0" presId="urn:microsoft.com/office/officeart/2009/3/layout/HorizontalOrganizationChart"/>
    <dgm:cxn modelId="{D456D540-CBF8-407F-AA44-316A3152BDB4}" type="presParOf" srcId="{43A23862-E50C-402F-8F21-455AA159FCB9}" destId="{A8E9A811-52A2-48DF-905F-E42C2D3E1B54}" srcOrd="2" destOrd="0" presId="urn:microsoft.com/office/officeart/2009/3/layout/HorizontalOrganizationChart"/>
    <dgm:cxn modelId="{CB1849E5-2800-49EE-9ADF-D8F8EEBF7908}" type="presParOf" srcId="{43A23862-E50C-402F-8F21-455AA159FCB9}" destId="{39696C46-A225-42B5-AE32-8451B37960F2}" srcOrd="3" destOrd="0" presId="urn:microsoft.com/office/officeart/2009/3/layout/HorizontalOrganizationChart"/>
    <dgm:cxn modelId="{9A5A2BE0-5008-4978-847B-521E68AB5810}" type="presParOf" srcId="{39696C46-A225-42B5-AE32-8451B37960F2}" destId="{A670DA55-0D16-4710-A5BB-F94B0F23BB5C}" srcOrd="0" destOrd="0" presId="urn:microsoft.com/office/officeart/2009/3/layout/HorizontalOrganizationChart"/>
    <dgm:cxn modelId="{B3A20227-8C16-4CE5-8C9B-7A29B58E32D4}" type="presParOf" srcId="{A670DA55-0D16-4710-A5BB-F94B0F23BB5C}" destId="{19EC75CC-CDE5-4AEC-8624-2E43F55ADE69}" srcOrd="0" destOrd="0" presId="urn:microsoft.com/office/officeart/2009/3/layout/HorizontalOrganizationChart"/>
    <dgm:cxn modelId="{16D9BDAF-FFF3-46BA-B515-ED03FF73772A}" type="presParOf" srcId="{A670DA55-0D16-4710-A5BB-F94B0F23BB5C}" destId="{824DC57A-4D5A-4011-BA61-491DD1D3815C}" srcOrd="1" destOrd="0" presId="urn:microsoft.com/office/officeart/2009/3/layout/HorizontalOrganizationChart"/>
    <dgm:cxn modelId="{B6128EC3-E408-4940-B0CD-2E15F9D94F67}" type="presParOf" srcId="{39696C46-A225-42B5-AE32-8451B37960F2}" destId="{41A502B3-7162-4739-9854-4FD0EE21EC70}" srcOrd="1" destOrd="0" presId="urn:microsoft.com/office/officeart/2009/3/layout/HorizontalOrganizationChart"/>
    <dgm:cxn modelId="{F9E9ABBD-4DBB-45AE-8486-5E86798F9DA7}" type="presParOf" srcId="{41A502B3-7162-4739-9854-4FD0EE21EC70}" destId="{EB4AF850-0624-443D-AAD0-C7C7A550D416}" srcOrd="0" destOrd="0" presId="urn:microsoft.com/office/officeart/2009/3/layout/HorizontalOrganizationChart"/>
    <dgm:cxn modelId="{6CA058CA-CABF-44D2-B278-2ED983B2C604}" type="presParOf" srcId="{41A502B3-7162-4739-9854-4FD0EE21EC70}" destId="{3271DAA2-B418-47E4-AB6D-E34380B8E83B}" srcOrd="1" destOrd="0" presId="urn:microsoft.com/office/officeart/2009/3/layout/HorizontalOrganizationChart"/>
    <dgm:cxn modelId="{6874D09D-93D2-499A-91BA-25CBB8D13263}" type="presParOf" srcId="{3271DAA2-B418-47E4-AB6D-E34380B8E83B}" destId="{6453EBA3-CDDA-4CDB-AD25-FAA1DFA13154}" srcOrd="0" destOrd="0" presId="urn:microsoft.com/office/officeart/2009/3/layout/HorizontalOrganizationChart"/>
    <dgm:cxn modelId="{FF8120E8-8D6F-4D30-A7AC-430FC28861F7}" type="presParOf" srcId="{6453EBA3-CDDA-4CDB-AD25-FAA1DFA13154}" destId="{833C9373-B131-41B0-A59C-FE07792C3FE3}" srcOrd="0" destOrd="0" presId="urn:microsoft.com/office/officeart/2009/3/layout/HorizontalOrganizationChart"/>
    <dgm:cxn modelId="{9C8A1980-DA73-4CE6-A218-CD953C243130}" type="presParOf" srcId="{6453EBA3-CDDA-4CDB-AD25-FAA1DFA13154}" destId="{A204CC8F-6444-4FDF-B9F2-6738D295B46B}" srcOrd="1" destOrd="0" presId="urn:microsoft.com/office/officeart/2009/3/layout/HorizontalOrganizationChart"/>
    <dgm:cxn modelId="{21AACF87-F709-459A-9A50-3D53B9B62282}" type="presParOf" srcId="{3271DAA2-B418-47E4-AB6D-E34380B8E83B}" destId="{DFF9E466-02F2-4864-8857-29992A0F2FD3}" srcOrd="1" destOrd="0" presId="urn:microsoft.com/office/officeart/2009/3/layout/HorizontalOrganizationChart"/>
    <dgm:cxn modelId="{9E26E9E4-5E83-4459-BD92-363139FB67DD}" type="presParOf" srcId="{3271DAA2-B418-47E4-AB6D-E34380B8E83B}" destId="{A69970F4-3C3C-4AAF-B51D-C3E065685629}" srcOrd="2" destOrd="0" presId="urn:microsoft.com/office/officeart/2009/3/layout/HorizontalOrganizationChart"/>
    <dgm:cxn modelId="{7C805652-CDDD-4C2F-A471-A1617EFC1F22}" type="presParOf" srcId="{41A502B3-7162-4739-9854-4FD0EE21EC70}" destId="{33ECD789-F6E7-4C90-87C5-ADC18D0E0C12}" srcOrd="2" destOrd="0" presId="urn:microsoft.com/office/officeart/2009/3/layout/HorizontalOrganizationChart"/>
    <dgm:cxn modelId="{C4A64F6A-A393-4BDC-807D-F6DA436C0CB5}" type="presParOf" srcId="{41A502B3-7162-4739-9854-4FD0EE21EC70}" destId="{BFE1D338-0B99-4F0F-946A-C2F55E4E3F40}" srcOrd="3" destOrd="0" presId="urn:microsoft.com/office/officeart/2009/3/layout/HorizontalOrganizationChart"/>
    <dgm:cxn modelId="{3E0DEF88-9EF3-4436-A801-BD4DBFD179E4}" type="presParOf" srcId="{BFE1D338-0B99-4F0F-946A-C2F55E4E3F40}" destId="{ACE3F744-CF2B-4388-9DED-DABBCB54DA62}" srcOrd="0" destOrd="0" presId="urn:microsoft.com/office/officeart/2009/3/layout/HorizontalOrganizationChart"/>
    <dgm:cxn modelId="{CD287DBB-E9AB-4D2C-8786-F91F5AF16E55}" type="presParOf" srcId="{ACE3F744-CF2B-4388-9DED-DABBCB54DA62}" destId="{690BD721-036B-474C-8F2B-2DC5E9879042}" srcOrd="0" destOrd="0" presId="urn:microsoft.com/office/officeart/2009/3/layout/HorizontalOrganizationChart"/>
    <dgm:cxn modelId="{677324F4-F10A-48CB-AD6F-3B05C2D4A1EA}" type="presParOf" srcId="{ACE3F744-CF2B-4388-9DED-DABBCB54DA62}" destId="{BB077B6E-BBDF-4115-9A4B-A8462C9DFCEC}" srcOrd="1" destOrd="0" presId="urn:microsoft.com/office/officeart/2009/3/layout/HorizontalOrganizationChart"/>
    <dgm:cxn modelId="{CDFC21E3-AFCC-4B5C-ABC3-F10A24C73005}" type="presParOf" srcId="{BFE1D338-0B99-4F0F-946A-C2F55E4E3F40}" destId="{5C4A5AD0-31EE-46A0-B15C-76B8C7740018}" srcOrd="1" destOrd="0" presId="urn:microsoft.com/office/officeart/2009/3/layout/HorizontalOrganizationChart"/>
    <dgm:cxn modelId="{49FE3B22-249B-4835-B967-875FF06B63F6}" type="presParOf" srcId="{BFE1D338-0B99-4F0F-946A-C2F55E4E3F40}" destId="{47267C3F-DC1E-4545-8F17-91CDDF41A3C3}" srcOrd="2" destOrd="0" presId="urn:microsoft.com/office/officeart/2009/3/layout/HorizontalOrganizationChart"/>
    <dgm:cxn modelId="{DDD7E06A-36E1-4FF1-A470-BDD71883CAE4}" type="presParOf" srcId="{41A502B3-7162-4739-9854-4FD0EE21EC70}" destId="{7A335B04-0B43-46D8-8E1B-1A75C30F8CC8}" srcOrd="4" destOrd="0" presId="urn:microsoft.com/office/officeart/2009/3/layout/HorizontalOrganizationChart"/>
    <dgm:cxn modelId="{C272AAED-589F-4926-848A-53CBA70E9761}" type="presParOf" srcId="{41A502B3-7162-4739-9854-4FD0EE21EC70}" destId="{82B5BD52-97D4-450C-9EE1-1B328898EE89}" srcOrd="5" destOrd="0" presId="urn:microsoft.com/office/officeart/2009/3/layout/HorizontalOrganizationChart"/>
    <dgm:cxn modelId="{384A40F7-3FD2-44F3-9E35-F9D564A53690}" type="presParOf" srcId="{82B5BD52-97D4-450C-9EE1-1B328898EE89}" destId="{13FC6681-C74D-4BB4-9B86-4B39C10876E3}" srcOrd="0" destOrd="0" presId="urn:microsoft.com/office/officeart/2009/3/layout/HorizontalOrganizationChart"/>
    <dgm:cxn modelId="{C543FCCF-16C1-41BA-815B-C4BDA4FF7C4C}" type="presParOf" srcId="{13FC6681-C74D-4BB4-9B86-4B39C10876E3}" destId="{55870167-EA2D-49D6-851A-740E3C0A5CE5}" srcOrd="0" destOrd="0" presId="urn:microsoft.com/office/officeart/2009/3/layout/HorizontalOrganizationChart"/>
    <dgm:cxn modelId="{A157D766-0C8C-4EFF-AF74-F5006970CA17}" type="presParOf" srcId="{13FC6681-C74D-4BB4-9B86-4B39C10876E3}" destId="{83DC0758-7E52-49D7-9171-524A976694BE}" srcOrd="1" destOrd="0" presId="urn:microsoft.com/office/officeart/2009/3/layout/HorizontalOrganizationChart"/>
    <dgm:cxn modelId="{05BB949C-E9FB-4286-B2D0-DE06948AB031}" type="presParOf" srcId="{82B5BD52-97D4-450C-9EE1-1B328898EE89}" destId="{97FB4070-7F2D-44DD-A9F3-AB32E7693D2D}" srcOrd="1" destOrd="0" presId="urn:microsoft.com/office/officeart/2009/3/layout/HorizontalOrganizationChart"/>
    <dgm:cxn modelId="{15C3A3AF-6FB5-425D-9838-9E0C73C44689}" type="presParOf" srcId="{82B5BD52-97D4-450C-9EE1-1B328898EE89}" destId="{9AAB11FE-23AE-4A96-BEEF-BBE5D01A9FD2}" srcOrd="2" destOrd="0" presId="urn:microsoft.com/office/officeart/2009/3/layout/HorizontalOrganizationChart"/>
    <dgm:cxn modelId="{F8A67873-342C-4BE8-B911-F6AE2394E186}" type="presParOf" srcId="{39696C46-A225-42B5-AE32-8451B37960F2}" destId="{B53DD37B-A523-4010-B7BD-EBBEE573C933}" srcOrd="2" destOrd="0" presId="urn:microsoft.com/office/officeart/2009/3/layout/HorizontalOrganizationChart"/>
    <dgm:cxn modelId="{3E0BFC15-1FDF-481A-89F0-A723EBFBC1AB}" type="presParOf" srcId="{156668F3-9B3C-41CE-97E3-F144E3A8C5A0}" destId="{69C3DCC0-BF03-4DA1-BA3A-B7DDF7A9DE41}" srcOrd="2" destOrd="0" presId="urn:microsoft.com/office/officeart/2009/3/layout/HorizontalOrganizationChar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9B337C-F3B9-4DAE-AF19-95FA65E0DDA9}">
      <dsp:nvSpPr>
        <dsp:cNvPr id="0" name=""/>
        <dsp:cNvSpPr/>
      </dsp:nvSpPr>
      <dsp:spPr>
        <a:xfrm>
          <a:off x="1931355" y="962763"/>
          <a:ext cx="239997" cy="45731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19998" y="0"/>
              </a:lnTo>
              <a:lnTo>
                <a:pt x="119998" y="457312"/>
              </a:lnTo>
              <a:lnTo>
                <a:pt x="239997" y="457312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2038442" y="1178507"/>
        <a:ext cx="25823" cy="25823"/>
      </dsp:txXfrm>
    </dsp:sp>
    <dsp:sp modelId="{75F26235-BC14-4AAE-A685-89B3213F9BC5}">
      <dsp:nvSpPr>
        <dsp:cNvPr id="0" name=""/>
        <dsp:cNvSpPr/>
      </dsp:nvSpPr>
      <dsp:spPr>
        <a:xfrm>
          <a:off x="1931355" y="917043"/>
          <a:ext cx="23999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39997" y="4572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2045354" y="956763"/>
        <a:ext cx="11999" cy="11999"/>
      </dsp:txXfrm>
    </dsp:sp>
    <dsp:sp modelId="{2BCADB5B-3EAE-4480-B5C8-B9A7EE3ABC0C}">
      <dsp:nvSpPr>
        <dsp:cNvPr id="0" name=""/>
        <dsp:cNvSpPr/>
      </dsp:nvSpPr>
      <dsp:spPr>
        <a:xfrm>
          <a:off x="1931355" y="505450"/>
          <a:ext cx="239997" cy="457312"/>
        </a:xfrm>
        <a:custGeom>
          <a:avLst/>
          <a:gdLst/>
          <a:ahLst/>
          <a:cxnLst/>
          <a:rect l="0" t="0" r="0" b="0"/>
          <a:pathLst>
            <a:path>
              <a:moveTo>
                <a:pt x="0" y="457312"/>
              </a:moveTo>
              <a:lnTo>
                <a:pt x="119998" y="457312"/>
              </a:lnTo>
              <a:lnTo>
                <a:pt x="119998" y="0"/>
              </a:lnTo>
              <a:lnTo>
                <a:pt x="239997" y="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2038442" y="721195"/>
        <a:ext cx="25823" cy="25823"/>
      </dsp:txXfrm>
    </dsp:sp>
    <dsp:sp modelId="{E4F96F16-A697-45D6-BAE5-B3E11F01EF87}">
      <dsp:nvSpPr>
        <dsp:cNvPr id="0" name=""/>
        <dsp:cNvSpPr/>
      </dsp:nvSpPr>
      <dsp:spPr>
        <a:xfrm>
          <a:off x="202577" y="87031"/>
          <a:ext cx="1706093" cy="175146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1" kern="1200" dirty="0"/>
            <a:t>WEBSITE</a:t>
          </a:r>
          <a:endParaRPr lang="en-IN" sz="3000" b="1" kern="1200" dirty="0"/>
        </a:p>
      </dsp:txBody>
      <dsp:txXfrm>
        <a:off x="202577" y="87031"/>
        <a:ext cx="1706093" cy="1751462"/>
      </dsp:txXfrm>
    </dsp:sp>
    <dsp:sp modelId="{E8F10B1A-A9A4-42EF-9CC1-2A8E3B46A751}">
      <dsp:nvSpPr>
        <dsp:cNvPr id="0" name=""/>
        <dsp:cNvSpPr/>
      </dsp:nvSpPr>
      <dsp:spPr>
        <a:xfrm>
          <a:off x="2171352" y="322525"/>
          <a:ext cx="1199987" cy="36584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HTML</a:t>
          </a:r>
          <a:endParaRPr lang="en-IN" sz="2300" kern="1200" dirty="0"/>
        </a:p>
      </dsp:txBody>
      <dsp:txXfrm>
        <a:off x="2171352" y="322525"/>
        <a:ext cx="1199987" cy="365849"/>
      </dsp:txXfrm>
    </dsp:sp>
    <dsp:sp modelId="{9EA08DEF-CA58-4294-9BDF-1960BB85EC92}">
      <dsp:nvSpPr>
        <dsp:cNvPr id="0" name=""/>
        <dsp:cNvSpPr/>
      </dsp:nvSpPr>
      <dsp:spPr>
        <a:xfrm>
          <a:off x="2171352" y="779838"/>
          <a:ext cx="1199987" cy="36584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CSS</a:t>
          </a:r>
          <a:endParaRPr lang="en-IN" sz="2300" kern="1200" dirty="0"/>
        </a:p>
      </dsp:txBody>
      <dsp:txXfrm>
        <a:off x="2171352" y="779838"/>
        <a:ext cx="1199987" cy="365849"/>
      </dsp:txXfrm>
    </dsp:sp>
    <dsp:sp modelId="{94C6E3A3-8A52-4616-AB0E-C5D814F8E891}">
      <dsp:nvSpPr>
        <dsp:cNvPr id="0" name=""/>
        <dsp:cNvSpPr/>
      </dsp:nvSpPr>
      <dsp:spPr>
        <a:xfrm>
          <a:off x="2171352" y="1237150"/>
          <a:ext cx="1199987" cy="36584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JS</a:t>
          </a:r>
          <a:endParaRPr lang="en-IN" sz="2300" kern="1200" dirty="0"/>
        </a:p>
      </dsp:txBody>
      <dsp:txXfrm>
        <a:off x="2171352" y="1237150"/>
        <a:ext cx="1199987" cy="36584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335B04-0B43-46D8-8E1B-1A75C30F8CC8}">
      <dsp:nvSpPr>
        <dsp:cNvPr id="0" name=""/>
        <dsp:cNvSpPr/>
      </dsp:nvSpPr>
      <dsp:spPr>
        <a:xfrm>
          <a:off x="3138521" y="4616813"/>
          <a:ext cx="256883" cy="55229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28441" y="0"/>
              </a:lnTo>
              <a:lnTo>
                <a:pt x="128441" y="552299"/>
              </a:lnTo>
              <a:lnTo>
                <a:pt x="256883" y="552299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3ECD789-F6E7-4C90-87C5-ADC18D0E0C12}">
      <dsp:nvSpPr>
        <dsp:cNvPr id="0" name=""/>
        <dsp:cNvSpPr/>
      </dsp:nvSpPr>
      <dsp:spPr>
        <a:xfrm>
          <a:off x="3138521" y="4571093"/>
          <a:ext cx="25688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56883" y="4572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B4AF850-0624-443D-AAD0-C7C7A550D416}">
      <dsp:nvSpPr>
        <dsp:cNvPr id="0" name=""/>
        <dsp:cNvSpPr/>
      </dsp:nvSpPr>
      <dsp:spPr>
        <a:xfrm>
          <a:off x="3138521" y="4064513"/>
          <a:ext cx="256883" cy="552299"/>
        </a:xfrm>
        <a:custGeom>
          <a:avLst/>
          <a:gdLst/>
          <a:ahLst/>
          <a:cxnLst/>
          <a:rect l="0" t="0" r="0" b="0"/>
          <a:pathLst>
            <a:path>
              <a:moveTo>
                <a:pt x="0" y="552299"/>
              </a:moveTo>
              <a:lnTo>
                <a:pt x="128441" y="552299"/>
              </a:lnTo>
              <a:lnTo>
                <a:pt x="128441" y="0"/>
              </a:lnTo>
              <a:lnTo>
                <a:pt x="256883" y="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8E9A811-52A2-48DF-905F-E42C2D3E1B54}">
      <dsp:nvSpPr>
        <dsp:cNvPr id="0" name=""/>
        <dsp:cNvSpPr/>
      </dsp:nvSpPr>
      <dsp:spPr>
        <a:xfrm>
          <a:off x="1597219" y="3236063"/>
          <a:ext cx="256883" cy="138074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28441" y="0"/>
              </a:lnTo>
              <a:lnTo>
                <a:pt x="128441" y="1380749"/>
              </a:lnTo>
              <a:lnTo>
                <a:pt x="256883" y="1380749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4B974BF-2043-408E-B6E1-DEF8993172E1}">
      <dsp:nvSpPr>
        <dsp:cNvPr id="0" name=""/>
        <dsp:cNvSpPr/>
      </dsp:nvSpPr>
      <dsp:spPr>
        <a:xfrm>
          <a:off x="3138521" y="1855313"/>
          <a:ext cx="256883" cy="165689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28441" y="0"/>
              </a:lnTo>
              <a:lnTo>
                <a:pt x="128441" y="1656899"/>
              </a:lnTo>
              <a:lnTo>
                <a:pt x="256883" y="1656899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D1F7601-A54D-4F31-9FB6-E4A7BB2EE2D2}">
      <dsp:nvSpPr>
        <dsp:cNvPr id="0" name=""/>
        <dsp:cNvSpPr/>
      </dsp:nvSpPr>
      <dsp:spPr>
        <a:xfrm>
          <a:off x="3138521" y="1855313"/>
          <a:ext cx="256883" cy="110459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28441" y="0"/>
              </a:lnTo>
              <a:lnTo>
                <a:pt x="128441" y="1104599"/>
              </a:lnTo>
              <a:lnTo>
                <a:pt x="256883" y="1104599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E4D473A-1E93-40DD-981C-C6E0C9668432}">
      <dsp:nvSpPr>
        <dsp:cNvPr id="0" name=""/>
        <dsp:cNvSpPr/>
      </dsp:nvSpPr>
      <dsp:spPr>
        <a:xfrm>
          <a:off x="3138521" y="1855313"/>
          <a:ext cx="256883" cy="55229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28441" y="0"/>
              </a:lnTo>
              <a:lnTo>
                <a:pt x="128441" y="552299"/>
              </a:lnTo>
              <a:lnTo>
                <a:pt x="256883" y="552299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E69E662-C929-4173-89C9-99E546BA8B09}">
      <dsp:nvSpPr>
        <dsp:cNvPr id="0" name=""/>
        <dsp:cNvSpPr/>
      </dsp:nvSpPr>
      <dsp:spPr>
        <a:xfrm>
          <a:off x="3138521" y="1809593"/>
          <a:ext cx="25688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56883" y="4572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2D9C3EF-589D-4213-89F3-F35ECEAED8D2}">
      <dsp:nvSpPr>
        <dsp:cNvPr id="0" name=""/>
        <dsp:cNvSpPr/>
      </dsp:nvSpPr>
      <dsp:spPr>
        <a:xfrm>
          <a:off x="3138521" y="1303013"/>
          <a:ext cx="256883" cy="552299"/>
        </a:xfrm>
        <a:custGeom>
          <a:avLst/>
          <a:gdLst/>
          <a:ahLst/>
          <a:cxnLst/>
          <a:rect l="0" t="0" r="0" b="0"/>
          <a:pathLst>
            <a:path>
              <a:moveTo>
                <a:pt x="0" y="552299"/>
              </a:moveTo>
              <a:lnTo>
                <a:pt x="128441" y="552299"/>
              </a:lnTo>
              <a:lnTo>
                <a:pt x="128441" y="0"/>
              </a:lnTo>
              <a:lnTo>
                <a:pt x="256883" y="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BE90821-7C6B-4F0C-8103-31ACDBBA1633}">
      <dsp:nvSpPr>
        <dsp:cNvPr id="0" name=""/>
        <dsp:cNvSpPr/>
      </dsp:nvSpPr>
      <dsp:spPr>
        <a:xfrm>
          <a:off x="3138521" y="750713"/>
          <a:ext cx="256883" cy="1104599"/>
        </a:xfrm>
        <a:custGeom>
          <a:avLst/>
          <a:gdLst/>
          <a:ahLst/>
          <a:cxnLst/>
          <a:rect l="0" t="0" r="0" b="0"/>
          <a:pathLst>
            <a:path>
              <a:moveTo>
                <a:pt x="0" y="1104599"/>
              </a:moveTo>
              <a:lnTo>
                <a:pt x="128441" y="1104599"/>
              </a:lnTo>
              <a:lnTo>
                <a:pt x="128441" y="0"/>
              </a:lnTo>
              <a:lnTo>
                <a:pt x="256883" y="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804E3C0-3512-4B6E-9CFF-B00F34F3EFF6}">
      <dsp:nvSpPr>
        <dsp:cNvPr id="0" name=""/>
        <dsp:cNvSpPr/>
      </dsp:nvSpPr>
      <dsp:spPr>
        <a:xfrm>
          <a:off x="3138521" y="198414"/>
          <a:ext cx="256883" cy="1656899"/>
        </a:xfrm>
        <a:custGeom>
          <a:avLst/>
          <a:gdLst/>
          <a:ahLst/>
          <a:cxnLst/>
          <a:rect l="0" t="0" r="0" b="0"/>
          <a:pathLst>
            <a:path>
              <a:moveTo>
                <a:pt x="0" y="1656899"/>
              </a:moveTo>
              <a:lnTo>
                <a:pt x="128441" y="1656899"/>
              </a:lnTo>
              <a:lnTo>
                <a:pt x="128441" y="0"/>
              </a:lnTo>
              <a:lnTo>
                <a:pt x="256883" y="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7D8C007-53B2-413C-A4C8-859925B303CF}">
      <dsp:nvSpPr>
        <dsp:cNvPr id="0" name=""/>
        <dsp:cNvSpPr/>
      </dsp:nvSpPr>
      <dsp:spPr>
        <a:xfrm>
          <a:off x="1597219" y="1855313"/>
          <a:ext cx="256883" cy="1380749"/>
        </a:xfrm>
        <a:custGeom>
          <a:avLst/>
          <a:gdLst/>
          <a:ahLst/>
          <a:cxnLst/>
          <a:rect l="0" t="0" r="0" b="0"/>
          <a:pathLst>
            <a:path>
              <a:moveTo>
                <a:pt x="0" y="1380749"/>
              </a:moveTo>
              <a:lnTo>
                <a:pt x="128441" y="1380749"/>
              </a:lnTo>
              <a:lnTo>
                <a:pt x="128441" y="0"/>
              </a:lnTo>
              <a:lnTo>
                <a:pt x="256883" y="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1CA38D3-7AD6-4254-B5C1-7F48302B0B73}">
      <dsp:nvSpPr>
        <dsp:cNvPr id="0" name=""/>
        <dsp:cNvSpPr/>
      </dsp:nvSpPr>
      <dsp:spPr>
        <a:xfrm>
          <a:off x="312800" y="3040189"/>
          <a:ext cx="1284418" cy="39174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Data Types</a:t>
          </a:r>
          <a:endParaRPr lang="en-IN" sz="900" kern="1200" dirty="0"/>
        </a:p>
      </dsp:txBody>
      <dsp:txXfrm>
        <a:off x="312800" y="3040189"/>
        <a:ext cx="1284418" cy="391747"/>
      </dsp:txXfrm>
    </dsp:sp>
    <dsp:sp modelId="{76429670-6C02-4C6B-AC34-EA958FFA19D2}">
      <dsp:nvSpPr>
        <dsp:cNvPr id="0" name=""/>
        <dsp:cNvSpPr/>
      </dsp:nvSpPr>
      <dsp:spPr>
        <a:xfrm>
          <a:off x="1854102" y="1659439"/>
          <a:ext cx="1284418" cy="39174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Primitive Datatypes</a:t>
          </a:r>
          <a:endParaRPr lang="en-IN" sz="900" kern="1200" dirty="0"/>
        </a:p>
      </dsp:txBody>
      <dsp:txXfrm>
        <a:off x="1854102" y="1659439"/>
        <a:ext cx="1284418" cy="391747"/>
      </dsp:txXfrm>
    </dsp:sp>
    <dsp:sp modelId="{D5641312-7B16-460A-8315-A0B951850E3B}">
      <dsp:nvSpPr>
        <dsp:cNvPr id="0" name=""/>
        <dsp:cNvSpPr/>
      </dsp:nvSpPr>
      <dsp:spPr>
        <a:xfrm>
          <a:off x="3395404" y="2540"/>
          <a:ext cx="1284418" cy="39174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Number</a:t>
          </a:r>
          <a:endParaRPr lang="en-IN" sz="900" kern="1200" dirty="0"/>
        </a:p>
      </dsp:txBody>
      <dsp:txXfrm>
        <a:off x="3395404" y="2540"/>
        <a:ext cx="1284418" cy="391747"/>
      </dsp:txXfrm>
    </dsp:sp>
    <dsp:sp modelId="{E191553B-1F04-4E3A-97E9-9B3758820C17}">
      <dsp:nvSpPr>
        <dsp:cNvPr id="0" name=""/>
        <dsp:cNvSpPr/>
      </dsp:nvSpPr>
      <dsp:spPr>
        <a:xfrm>
          <a:off x="3395404" y="554840"/>
          <a:ext cx="1284418" cy="39174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null</a:t>
          </a:r>
          <a:endParaRPr lang="en-IN" sz="900" kern="1200" dirty="0"/>
        </a:p>
      </dsp:txBody>
      <dsp:txXfrm>
        <a:off x="3395404" y="554840"/>
        <a:ext cx="1284418" cy="391747"/>
      </dsp:txXfrm>
    </dsp:sp>
    <dsp:sp modelId="{C9B4B4D0-AEE4-417F-A9F3-12C2F3A9AF6A}">
      <dsp:nvSpPr>
        <dsp:cNvPr id="0" name=""/>
        <dsp:cNvSpPr/>
      </dsp:nvSpPr>
      <dsp:spPr>
        <a:xfrm>
          <a:off x="3395404" y="1107139"/>
          <a:ext cx="1284418" cy="39174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Boolean</a:t>
          </a:r>
          <a:endParaRPr lang="en-IN" sz="900" kern="1200" dirty="0"/>
        </a:p>
      </dsp:txBody>
      <dsp:txXfrm>
        <a:off x="3395404" y="1107139"/>
        <a:ext cx="1284418" cy="391747"/>
      </dsp:txXfrm>
    </dsp:sp>
    <dsp:sp modelId="{7371E454-6706-43FD-80AC-75F71113ACA6}">
      <dsp:nvSpPr>
        <dsp:cNvPr id="0" name=""/>
        <dsp:cNvSpPr/>
      </dsp:nvSpPr>
      <dsp:spPr>
        <a:xfrm>
          <a:off x="3395404" y="1659439"/>
          <a:ext cx="1284418" cy="39174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BigInt</a:t>
          </a:r>
          <a:endParaRPr lang="en-IN" sz="900" kern="1200" dirty="0"/>
        </a:p>
      </dsp:txBody>
      <dsp:txXfrm>
        <a:off x="3395404" y="1659439"/>
        <a:ext cx="1284418" cy="391747"/>
      </dsp:txXfrm>
    </dsp:sp>
    <dsp:sp modelId="{AEBF16EC-9AA9-494F-9A5A-6725D68FA242}">
      <dsp:nvSpPr>
        <dsp:cNvPr id="0" name=""/>
        <dsp:cNvSpPr/>
      </dsp:nvSpPr>
      <dsp:spPr>
        <a:xfrm>
          <a:off x="3395404" y="2211739"/>
          <a:ext cx="1284418" cy="39174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String</a:t>
          </a:r>
          <a:endParaRPr lang="en-IN" sz="900" kern="1200" dirty="0"/>
        </a:p>
      </dsp:txBody>
      <dsp:txXfrm>
        <a:off x="3395404" y="2211739"/>
        <a:ext cx="1284418" cy="391747"/>
      </dsp:txXfrm>
    </dsp:sp>
    <dsp:sp modelId="{FDBE32AF-7FB7-496B-9ABA-D352D50A80D2}">
      <dsp:nvSpPr>
        <dsp:cNvPr id="0" name=""/>
        <dsp:cNvSpPr/>
      </dsp:nvSpPr>
      <dsp:spPr>
        <a:xfrm>
          <a:off x="3395404" y="2764039"/>
          <a:ext cx="1284418" cy="39174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Symbol</a:t>
          </a:r>
          <a:endParaRPr lang="en-IN" sz="900" kern="1200" dirty="0"/>
        </a:p>
      </dsp:txBody>
      <dsp:txXfrm>
        <a:off x="3395404" y="2764039"/>
        <a:ext cx="1284418" cy="391747"/>
      </dsp:txXfrm>
    </dsp:sp>
    <dsp:sp modelId="{AF893FBC-0526-45F2-91A2-3F28BB3E2144}">
      <dsp:nvSpPr>
        <dsp:cNvPr id="0" name=""/>
        <dsp:cNvSpPr/>
      </dsp:nvSpPr>
      <dsp:spPr>
        <a:xfrm>
          <a:off x="3395404" y="3316339"/>
          <a:ext cx="1284418" cy="39174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Undefined</a:t>
          </a:r>
          <a:endParaRPr lang="en-IN" sz="900" kern="1200" dirty="0"/>
        </a:p>
      </dsp:txBody>
      <dsp:txXfrm>
        <a:off x="3395404" y="3316339"/>
        <a:ext cx="1284418" cy="391747"/>
      </dsp:txXfrm>
    </dsp:sp>
    <dsp:sp modelId="{19EC75CC-CDE5-4AEC-8624-2E43F55ADE69}">
      <dsp:nvSpPr>
        <dsp:cNvPr id="0" name=""/>
        <dsp:cNvSpPr/>
      </dsp:nvSpPr>
      <dsp:spPr>
        <a:xfrm>
          <a:off x="1854102" y="4420939"/>
          <a:ext cx="1284418" cy="39174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Non-Primitive Datatypes (Reference Datatypes)</a:t>
          </a:r>
          <a:endParaRPr lang="en-IN" sz="900" kern="1200" dirty="0"/>
        </a:p>
      </dsp:txBody>
      <dsp:txXfrm>
        <a:off x="1854102" y="4420939"/>
        <a:ext cx="1284418" cy="391747"/>
      </dsp:txXfrm>
    </dsp:sp>
    <dsp:sp modelId="{833C9373-B131-41B0-A59C-FE07792C3FE3}">
      <dsp:nvSpPr>
        <dsp:cNvPr id="0" name=""/>
        <dsp:cNvSpPr/>
      </dsp:nvSpPr>
      <dsp:spPr>
        <a:xfrm>
          <a:off x="3395404" y="3868639"/>
          <a:ext cx="1284418" cy="39174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Arrays</a:t>
          </a:r>
          <a:endParaRPr lang="en-IN" sz="900" kern="1200" dirty="0"/>
        </a:p>
      </dsp:txBody>
      <dsp:txXfrm>
        <a:off x="3395404" y="3868639"/>
        <a:ext cx="1284418" cy="391747"/>
      </dsp:txXfrm>
    </dsp:sp>
    <dsp:sp modelId="{690BD721-036B-474C-8F2B-2DC5E9879042}">
      <dsp:nvSpPr>
        <dsp:cNvPr id="0" name=""/>
        <dsp:cNvSpPr/>
      </dsp:nvSpPr>
      <dsp:spPr>
        <a:xfrm>
          <a:off x="3395404" y="4420939"/>
          <a:ext cx="1284418" cy="39174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Object</a:t>
          </a:r>
        </a:p>
      </dsp:txBody>
      <dsp:txXfrm>
        <a:off x="3395404" y="4420939"/>
        <a:ext cx="1284418" cy="391747"/>
      </dsp:txXfrm>
    </dsp:sp>
    <dsp:sp modelId="{55870167-EA2D-49D6-851A-740E3C0A5CE5}">
      <dsp:nvSpPr>
        <dsp:cNvPr id="0" name=""/>
        <dsp:cNvSpPr/>
      </dsp:nvSpPr>
      <dsp:spPr>
        <a:xfrm>
          <a:off x="3395404" y="4973239"/>
          <a:ext cx="1284418" cy="39174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Function</a:t>
          </a:r>
          <a:endParaRPr lang="en-IN" sz="900" kern="1200" dirty="0"/>
        </a:p>
      </dsp:txBody>
      <dsp:txXfrm>
        <a:off x="3395404" y="4973239"/>
        <a:ext cx="1284418" cy="39174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9/3/layout/HorizontalOrganizationChart">
  <dgm:title val=""/>
  <dgm:desc val=""/>
  <dgm:catLst>
    <dgm:cat type="hierarchy" pri="43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305"/>
      <dgm:constr type="w" for="des" forName="rootComposite" refType="w" fact="10"/>
      <dgm:constr type="h" for="des" forName="rootComposite" refType="w" refFor="des" refForName="rootComposite1" fact="0.305"/>
      <dgm:constr type="w" for="des" forName="rootComposite3" refType="w" fact="10"/>
      <dgm:constr type="h" for="des" forName="rootComposite3" refType="w" refFor="des" refForName="rootComposite1" fact="0.305"/>
      <dgm:constr type="primFontSz" for="des" ptType="node" op="equ"/>
      <dgm:constr type="sp" for="des" op="equ"/>
      <dgm:constr type="sp" for="des" forName="hierRoot1" refType="w" refFor="des" refForName="rootComposite1" fact="0.2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125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125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func="var" arg="dir" op="equ" val="norm">
                  <dgm:alg type="hierRoot">
                    <dgm:param type="hierAlign" val="lT"/>
                  </dgm:alg>
                  <dgm:constrLst>
                    <dgm:constr type="alignOff" val="0.75"/>
                  </dgm:constrLst>
                </dgm:if>
                <dgm:else name="Name9">
                  <dgm:alg type="hierRoot">
                    <dgm:param type="hierAlign" val="rT"/>
                  </dgm:alg>
                  <dgm:constrLst>
                    <dgm:constr type="alignOff" val="0.75"/>
                  </dgm:constrLst>
                </dgm:else>
              </dgm:choose>
            </dgm:if>
            <dgm:if name="Name10" func="var" arg="hierBranch" op="equ" val="r">
              <dgm:choose name="Name11">
                <dgm:if name="Name12" func="var" arg="dir" op="equ" val="norm">
                  <dgm:alg type="hierRoot">
                    <dgm:param type="hierAlign" val="lB"/>
                  </dgm:alg>
                  <dgm:constrLst>
                    <dgm:constr type="alignOff" val="0.75"/>
                  </dgm:constrLst>
                </dgm:if>
                <dgm:else name="Name13">
                  <dgm:alg type="hierRoot">
                    <dgm:param type="hierAlign" val="rB"/>
                  </dgm:alg>
                  <dgm:constrLst>
                    <dgm:constr type="alignOff" val="0.75"/>
                  </dgm:constrLst>
                </dgm:else>
              </dgm:choose>
            </dgm:if>
            <dgm:if name="Name14" func="var" arg="hierBranch" op="equ" val="hang">
              <dgm:choose name="Name15">
                <dgm:if name="Name16" func="var" arg="dir" op="equ" val="norm">
                  <dgm:alg type="hierRoot">
                    <dgm:param type="hierAlign" val="lCtrCh"/>
                  </dgm:alg>
                  <dgm:constrLst>
                    <dgm:constr type="alignOff" val="0.65"/>
                  </dgm:constrLst>
                </dgm:if>
                <dgm:else name="Name17">
                  <dgm:alg type="hierRoot">
                    <dgm:param type="hierAlign" val="rCtrCh"/>
                  </dgm:alg>
                  <dgm:constrLst>
                    <dgm:constr type="alignOff" val="0.65"/>
                  </dgm:constrLst>
                </dgm:else>
              </dgm:choose>
            </dgm:if>
            <dgm:else name="Name18">
              <dgm:choose name="Name19">
                <dgm:if name="Name20" func="var" arg="dir" op="equ" val="norm">
                  <dgm:alg type="hierRoot">
                    <dgm:param type="hierAlign" val="l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if>
                <dgm:else name="Name21">
                  <dgm:alg type="hierRoot">
                    <dgm:param type="hierAlign" val="r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else>
              </dgm:choose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22">
              <dgm:if name="Name23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4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5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6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7">
              <dgm:if name="Name28" func="var" arg="hierBranch" op="equ" val="l">
                <dgm:choose name="Name29">
                  <dgm:if name="Name30" func="var" arg="dir" op="equ" val="norm">
                    <dgm:alg type="hierChild">
                      <dgm:param type="chAlign" val="t"/>
                      <dgm:param type="linDir" val="fromL"/>
                    </dgm:alg>
                  </dgm:if>
                  <dgm:else name="Name31">
                    <dgm:alg type="hierChild">
                      <dgm:param type="chAlign" val="t"/>
                      <dgm:param type="linDir" val="fromR"/>
                    </dgm:alg>
                  </dgm:else>
                </dgm:choose>
              </dgm:if>
              <dgm:if name="Name32" func="var" arg="hierBranch" op="equ" val="r">
                <dgm:choose name="Name33">
                  <dgm:if name="Name34" func="var" arg="dir" op="equ" val="norm">
                    <dgm:alg type="hierChild">
                      <dgm:param type="chAlign" val="b"/>
                      <dgm:param type="linDir" val="fromL"/>
                    </dgm:alg>
                  </dgm:if>
                  <dgm:else name="Name35">
                    <dgm:alg type="hierChild">
                      <dgm:param type="chAlign" val="b"/>
                      <dgm:param type="linDir" val="fromR"/>
                    </dgm:alg>
                  </dgm:else>
                </dgm:choose>
              </dgm:if>
              <dgm:if name="Name36" func="var" arg="hierBranch" op="equ" val="hang">
                <dgm:choose name="Name37">
                  <dgm:if name="Name38" func="var" arg="dir" op="equ" val="norm">
                    <dgm:alg type="hierChild">
                      <dgm:param type="chAlign" val="l"/>
                      <dgm:param type="linDir" val="fromT"/>
                      <dgm:param type="secChAlign" val="t"/>
                      <dgm:param type="secLinDir" val="fromL"/>
                    </dgm:alg>
                  </dgm:if>
                  <dgm:else name="Name39">
                    <dgm:alg type="hierChild">
                      <dgm:param type="chAlign" val="r"/>
                      <dgm:param type="linDir" val="fromT"/>
                      <dgm:param type="secChAlign" val="t"/>
                      <dgm:param type="secLinDir" val="fromR"/>
                    </dgm:alg>
                  </dgm:else>
                </dgm:choose>
              </dgm:if>
              <dgm:else name="Name40">
                <dgm:choose name="Name41">
                  <dgm:if name="Name4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43">
                    <dgm:alg type="hierChild">
                      <dgm:param type="linDir" val="fromT"/>
                      <dgm:param type="ch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44" axis="precedSib" ptType="parTrans" st="-1" cnt="1">
                <dgm:choose name="Name45">
                  <dgm:if name="Name46" func="var" arg="hierBranch" op="equ" val="hang">
                    <dgm:layoutNode name="Name47">
                      <dgm:choose name="Name48">
                        <dgm:if name="Name4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 tCtr"/>
                          </dgm:alg>
                        </dgm:if>
                        <dgm:else name="Name5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 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1" func="var" arg="hierBranch" op="equ" val="l">
                    <dgm:layoutNode name="Name52">
                      <dgm:choose name="Name53">
                        <dgm:if name="Name54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tCtr"/>
                          </dgm:alg>
                        </dgm:if>
                        <dgm:else name="Name55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6" func="var" arg="hierBranch" op="equ" val="r">
                    <dgm:layoutNode name="Name57">
                      <dgm:choose name="Name58">
                        <dgm:if name="Name5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"/>
                          </dgm:alg>
                        </dgm:if>
                        <dgm:else name="Name6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61">
                    <dgm:choose name="Name62">
                      <dgm:if name="Name63" func="var" arg="dir" op="equ" val="norm">
                        <dgm:layoutNode name="Name6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midL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if>
                      <dgm:else name="Name65">
                        <dgm:layoutNode name="Name66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midR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else>
                    </dgm:choos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7">
                  <dgm:if name="Name68" func="var" arg="hierBranch" op="equ" val="l">
                    <dgm:choose name="Name69">
                      <dgm:if name="Name70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71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2" func="var" arg="hierBranch" op="equ" val="r">
                    <dgm:choose name="Name73">
                      <dgm:if name="Name74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75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6" func="var" arg="hierBranch" op="equ" val="hang">
                    <dgm:choose name="Name77">
                      <dgm:if name="Name78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79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80">
                    <dgm:choose name="Name81">
                      <dgm:if name="Name82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83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84">
                    <dgm:if name="Name85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6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7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8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9">
                    <dgm:if name="Name90" func="var" arg="hierBranch" op="equ" val="l">
                      <dgm:choose name="Name91">
                        <dgm:if name="Name92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93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r">
                      <dgm:choose name="Name95">
                        <dgm:if name="Name96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97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98" func="var" arg="hierBranch" op="equ" val="hang">
                      <dgm:choose name="Name99">
                        <dgm:if name="Name100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01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05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a"/>
                </dgm:layoutNode>
                <dgm:layoutNode name="hierChild5">
                  <dgm:choose name="Name107">
                    <dgm:if name="Name108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09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10" ref="rep2b"/>
                </dgm:layoutNode>
              </dgm:layoutNode>
            </dgm:forEach>
          </dgm:layoutNode>
          <dgm:layoutNode name="hierChild3">
            <dgm:choose name="Name111">
              <dgm:if name="Name112" func="var" arg="dir" op="equ" val="norm">
                <dgm:alg type="hierChild">
                  <dgm:param type="chAlign" val="l"/>
                  <dgm:param type="linDir" val="fromT"/>
                  <dgm:param type="secChAlign" val="t"/>
                  <dgm:param type="secLinDir" val="fromL"/>
                </dgm:alg>
              </dgm:if>
              <dgm:else name="Name113">
                <dgm:alg type="hierChild">
                  <dgm:param type="chAlign" val="r"/>
                  <dgm:param type="linDir" val="fromT"/>
                  <dgm:param type="secChAlign" val="t"/>
                  <dgm:param type="sec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4" axis="precedSib" ptType="parTrans" st="-1" cnt="1">
                <dgm:layoutNode name="Name115">
                  <dgm:choose name="Name116">
                    <dgm:if name="Name117" func="var" arg="dir" op="equ" val="norm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R"/>
                        <dgm:param type="endPts" val="bCtr tCtr"/>
                      </dgm:alg>
                    </dgm:if>
                    <dgm:else name="Name11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L"/>
                        <dgm:param type="endPts" val="bCtr tCtr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9">
                  <dgm:if name="Name120" func="var" arg="hierBranch" op="equ" val="l">
                    <dgm:choose name="Name121">
                      <dgm:if name="Name122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123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4" func="var" arg="hierBranch" op="equ" val="r">
                    <dgm:choose name="Name125">
                      <dgm:if name="Name126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127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8" func="var" arg="hierBranch" op="equ" val="hang">
                    <dgm:choose name="Name129">
                      <dgm:if name="Name130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131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132">
                    <dgm:choose name="Name133">
                      <dgm:if name="Name134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135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36">
                    <dgm:if name="Name137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8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9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40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41">
                    <dgm:if name="Name142" func="var" arg="hierBranch" op="equ" val="l">
                      <dgm:choose name="Name143">
                        <dgm:if name="Name144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145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146" func="var" arg="hierBranch" op="equ" val="r">
                      <dgm:choose name="Name147">
                        <dgm:if name="Name148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149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150" func="var" arg="hierBranch" op="equ" val="hang">
                      <dgm:choose name="Name151">
                        <dgm:if name="Name152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53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54">
                      <dgm:choose name="Name155">
                        <dgm:if name="Name156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57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58" ref="rep2a"/>
                </dgm:layoutNode>
                <dgm:layoutNode name="hierChild7">
                  <dgm:choose name="Name159">
                    <dgm:if name="Name160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61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62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CD2A1-F01E-B55A-56B3-14F0F5CC90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E1D324-F20C-521A-0893-6319192DA2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311398-9FBF-7273-68E5-810A5ADC8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9DC11-1524-43F1-975E-B98FD289849B}" type="datetimeFigureOut">
              <a:rPr lang="en-IN" smtClean="0"/>
              <a:t>23-05-2026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1AE74A-A1FC-D42D-0883-B8F0FAC59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5F0B80-31CC-5D1A-CA3A-34CB54092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0220-71AC-417B-B204-4078706B86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51538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02557-2BDE-5A6F-67AD-D4E50C0AF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F240C2-B467-1652-6BBD-634590B6D0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84003F-A3F0-209D-0527-7D2829066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9DC11-1524-43F1-975E-B98FD289849B}" type="datetimeFigureOut">
              <a:rPr lang="en-IN" smtClean="0"/>
              <a:t>23-05-2026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8919E0-6921-0638-E795-854DE826C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714CAE-B84B-83D7-D9CC-EE8482B1B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0220-71AC-417B-B204-4078706B86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58836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01237-417A-3CF9-C925-5AF6427B9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117CFF-DF32-3C54-0808-E8A005A2FB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9D2F45-9A3D-CA0E-0B80-2347DEFA39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9DC11-1524-43F1-975E-B98FD289849B}" type="datetimeFigureOut">
              <a:rPr lang="en-IN" smtClean="0"/>
              <a:t>23-05-2026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595CBD-C77C-66CA-3EFB-85021B91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8F3608-DE11-C0D1-EE20-A2AD069A7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0220-71AC-417B-B204-4078706B86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09122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1CC08-23AE-68DF-5A68-16282F21F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343D0-9FF6-737D-40BD-8B24CBF8A4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FD0C87-BF7A-324F-D401-170A862CDA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353B47-63E8-97E5-A4EA-2AA2F3326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9DC11-1524-43F1-975E-B98FD289849B}" type="datetimeFigureOut">
              <a:rPr lang="en-IN" smtClean="0"/>
              <a:t>23-05-2026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DB0016-29CB-6602-0D2B-14FEDEC763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5CD58A-04E5-F889-1B67-DE7162DEC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0220-71AC-417B-B204-4078706B86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28580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C3272-8476-424B-9B8B-54F85FD92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53ECD-6F43-BBDF-554C-6C030B209B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CA39BB-1403-0488-9AA0-F160D0C067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DC1605E-33DF-25D0-E620-5D5715CDC3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6FC53A-6C82-5B9D-A12E-0D4D81C6E9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8179DFB-D4E2-8FB6-57DB-43F3CA0A1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9DC11-1524-43F1-975E-B98FD289849B}" type="datetimeFigureOut">
              <a:rPr lang="en-IN" smtClean="0"/>
              <a:t>23-05-2026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EC89CA-E9DE-C6BB-CFB6-50FC56CAA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465303-8A36-D027-1EB7-8C56C408B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0220-71AC-417B-B204-4078706B86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68337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7CB38-2122-68FE-B7C3-80B89E98C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183623-B86F-67F7-9CFD-19BBE5F1C7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9DC11-1524-43F1-975E-B98FD289849B}" type="datetimeFigureOut">
              <a:rPr lang="en-IN" smtClean="0"/>
              <a:t>23-05-2026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389737-0845-1C85-A7BF-C1550BAED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80B1E6-E775-1161-8751-E8D453197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0220-71AC-417B-B204-4078706B86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282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61BED8-679F-F0A6-B1D4-04489D5529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9DC11-1524-43F1-975E-B98FD289849B}" type="datetimeFigureOut">
              <a:rPr lang="en-IN" smtClean="0"/>
              <a:t>23-05-2026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4A23D4-A85A-B6D8-978F-19319F042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CCD500-89D3-86BD-4D05-248C9F90D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0220-71AC-417B-B204-4078706B86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44410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AE469-1B83-4973-B422-2647A0D08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B6F1C2-9B82-6B94-8978-7BF8FB7A2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B00160-66E8-53B6-D4FC-AFBC77A625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E0CD17-ACE7-35DC-953C-A548C0A60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9DC11-1524-43F1-975E-B98FD289849B}" type="datetimeFigureOut">
              <a:rPr lang="en-IN" smtClean="0"/>
              <a:t>23-05-2026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2BEE56-395D-9645-138D-58A9707CB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C86B84-1A25-E72A-9DD8-615BC870F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0220-71AC-417B-B204-4078706B86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9154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20FB7-D322-1C46-96AA-5C7CC760C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B02C8B-D373-12E1-8AB8-634C5C753D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5C2416-C90A-B1F4-E75E-47AFB5112E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5B68FB-A722-62CB-B93C-B1297145F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9DC11-1524-43F1-975E-B98FD289849B}" type="datetimeFigureOut">
              <a:rPr lang="en-IN" smtClean="0"/>
              <a:t>23-05-2026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85A475-53BD-CD2E-7101-824CD8926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01B3E9-7023-AAE6-F328-4401C9FEA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0220-71AC-417B-B204-4078706B86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883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021E9-17F3-A915-8631-A11B38DCA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D078F1-01B3-6FA5-26D8-8FCCE22250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0D7CD6-80FB-6AAD-63AC-231DE83CE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9DC11-1524-43F1-975E-B98FD289849B}" type="datetimeFigureOut">
              <a:rPr lang="en-IN" smtClean="0"/>
              <a:t>23-05-2026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668E2C-AC1F-92B9-6D3F-B7C0782A9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7B6339-A40A-4025-D255-4D5AD5790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0220-71AC-417B-B204-4078706B86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87660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031E05-542D-4EA7-4F74-0E88EA2B9E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54B736-7DF7-ED71-5F8D-DD91B6FD10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F12489-4F77-DCD9-084A-844EC1ACC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9DC11-1524-43F1-975E-B98FD289849B}" type="datetimeFigureOut">
              <a:rPr lang="en-IN" smtClean="0"/>
              <a:t>23-05-2026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5223CA-9DEB-4841-0CC9-0F9821863C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3592C8-E7CB-41A6-DE8F-A8481607F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0220-71AC-417B-B204-4078706B86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1375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2E8C37-6409-7A20-45EE-DE5284C38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37AE36-2BFE-84F6-DE53-6D16530F8D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E9BBE8-3B52-1B07-E1DA-9332C22DEF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49DC11-1524-43F1-975E-B98FD289849B}" type="datetimeFigureOut">
              <a:rPr lang="en-IN" smtClean="0"/>
              <a:t>23-05-2026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1FB194-EF96-C16B-54C5-CEFCF1920C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E23361-6A3B-08DA-D93F-19B6249312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D20220-71AC-417B-B204-4078706B86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8862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C7ACA-40BF-C519-95F4-1B991FC38A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954421"/>
            <a:ext cx="9144000" cy="949158"/>
          </a:xfrm>
        </p:spPr>
        <p:txBody>
          <a:bodyPr/>
          <a:lstStyle/>
          <a:p>
            <a:r>
              <a:rPr lang="en-US" b="1" dirty="0"/>
              <a:t>JavaScript Course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9414207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84F5FD-919D-D8DC-DE04-26F1B4944E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b="1" dirty="0"/>
              <a:t>How Website Works?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6248288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9FE94-D67F-9F75-F41C-367F82485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Client VS Server</a:t>
            </a:r>
            <a:endParaRPr lang="en-IN" b="1" dirty="0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E9DADCED-C5A1-EFCF-5B52-2BC41B249E19}"/>
              </a:ext>
            </a:extLst>
          </p:cNvPr>
          <p:cNvGrpSpPr/>
          <p:nvPr/>
        </p:nvGrpSpPr>
        <p:grpSpPr>
          <a:xfrm>
            <a:off x="192505" y="2051304"/>
            <a:ext cx="8799095" cy="4516165"/>
            <a:chOff x="192505" y="2051304"/>
            <a:chExt cx="8799095" cy="4516165"/>
          </a:xfrm>
        </p:grpSpPr>
        <p:pic>
          <p:nvPicPr>
            <p:cNvPr id="5" name="object 142" descr="A person sitting at a desk using a computer  Description automatically generated">
              <a:extLst>
                <a:ext uri="{FF2B5EF4-FFF2-40B4-BE49-F238E27FC236}">
                  <a16:creationId xmlns:a16="http://schemas.microsoft.com/office/drawing/2014/main" id="{4F0A6AC6-5747-03C8-85B5-94128ECF0D38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2505" y="2051304"/>
              <a:ext cx="3947159" cy="2755391"/>
            </a:xfrm>
            <a:prstGeom prst="rect">
              <a:avLst/>
            </a:prstGeom>
          </p:spPr>
        </p:pic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CD5E3D1A-4ABA-CBEE-3733-BF7F118798F4}"/>
                </a:ext>
              </a:extLst>
            </p:cNvPr>
            <p:cNvCxnSpPr/>
            <p:nvPr/>
          </p:nvCxnSpPr>
          <p:spPr>
            <a:xfrm>
              <a:off x="3200400" y="2951747"/>
              <a:ext cx="5791200" cy="0"/>
            </a:xfrm>
            <a:prstGeom prst="straightConnector1">
              <a:avLst/>
            </a:prstGeom>
            <a:ln w="28575">
              <a:prstDash val="dash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C164631D-808C-6B6C-5153-CFF11E7806B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00400" y="4212807"/>
              <a:ext cx="5791200" cy="0"/>
            </a:xfrm>
            <a:prstGeom prst="straightConnector1">
              <a:avLst/>
            </a:prstGeom>
            <a:ln w="28575">
              <a:prstDash val="dash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E4545FD-5532-6DDB-B2D6-74A5CBE27465}"/>
                </a:ext>
              </a:extLst>
            </p:cNvPr>
            <p:cNvSpPr txBox="1"/>
            <p:nvPr/>
          </p:nvSpPr>
          <p:spPr>
            <a:xfrm>
              <a:off x="4764505" y="2502568"/>
              <a:ext cx="27271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User Send Request</a:t>
              </a:r>
              <a:endParaRPr lang="en-IN" b="1" dirty="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0095D95-DF37-6147-07E6-64DFCF53B1BC}"/>
                </a:ext>
              </a:extLst>
            </p:cNvPr>
            <p:cNvSpPr txBox="1"/>
            <p:nvPr/>
          </p:nvSpPr>
          <p:spPr>
            <a:xfrm>
              <a:off x="4840304" y="3839954"/>
              <a:ext cx="2575560" cy="3727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User Get Response</a:t>
              </a:r>
              <a:endParaRPr lang="en-IN" b="1" dirty="0"/>
            </a:p>
          </p:txBody>
        </p:sp>
        <p:graphicFrame>
          <p:nvGraphicFramePr>
            <p:cNvPr id="34" name="Diagram 33">
              <a:extLst>
                <a:ext uri="{FF2B5EF4-FFF2-40B4-BE49-F238E27FC236}">
                  <a16:creationId xmlns:a16="http://schemas.microsoft.com/office/drawing/2014/main" id="{E48BA2B4-B2E5-8D69-C89A-E9CB742411D7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10581456"/>
                </p:ext>
              </p:extLst>
            </p:nvPr>
          </p:nvGraphicFramePr>
          <p:xfrm>
            <a:off x="4320383" y="4641943"/>
            <a:ext cx="3551233" cy="1925526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3" r:lo="rId4" r:qs="rId5" r:cs="rId6"/>
            </a:graphicData>
          </a:graphic>
        </p:graphicFrame>
      </p:grpSp>
      <p:pic>
        <p:nvPicPr>
          <p:cNvPr id="4" name="object 139" descr="A computer server tower with many colored dots  Description automatically generated">
            <a:extLst>
              <a:ext uri="{FF2B5EF4-FFF2-40B4-BE49-F238E27FC236}">
                <a16:creationId xmlns:a16="http://schemas.microsoft.com/office/drawing/2014/main" id="{ACC2BFC2-C4FB-D9B4-7D24-0BB2EC326FC8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8" cstate="print"/>
          <a:stretch>
            <a:fillRect/>
          </a:stretch>
        </p:blipFill>
        <p:spPr>
          <a:xfrm>
            <a:off x="8192303" y="2238039"/>
            <a:ext cx="3503038" cy="2568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3694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AACD3-A7CC-EA46-D567-6885E20E4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Building Block of Website</a:t>
            </a:r>
            <a:endParaRPr lang="en-IN" b="1" dirty="0"/>
          </a:p>
        </p:txBody>
      </p:sp>
      <p:pic>
        <p:nvPicPr>
          <p:cNvPr id="4" name="object 26" descr="A computer screen with people working on it">
            <a:extLst>
              <a:ext uri="{FF2B5EF4-FFF2-40B4-BE49-F238E27FC236}">
                <a16:creationId xmlns:a16="http://schemas.microsoft.com/office/drawing/2014/main" id="{F6A98CCE-CC9E-C449-D7A3-AADC9A33AC2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39199" y="81344"/>
            <a:ext cx="2636520" cy="1609344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EAA2ABD5-F1B8-90B4-6A7C-7F78F7C55B0B}"/>
              </a:ext>
            </a:extLst>
          </p:cNvPr>
          <p:cNvGrpSpPr/>
          <p:nvPr/>
        </p:nvGrpSpPr>
        <p:grpSpPr>
          <a:xfrm>
            <a:off x="152400" y="2176582"/>
            <a:ext cx="3124200" cy="2956560"/>
            <a:chOff x="838200" y="2758440"/>
            <a:chExt cx="3124200" cy="2956560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CB60CE05-5971-83E1-5EDC-36AECE9A7EA3}"/>
                </a:ext>
              </a:extLst>
            </p:cNvPr>
            <p:cNvSpPr/>
            <p:nvPr/>
          </p:nvSpPr>
          <p:spPr>
            <a:xfrm>
              <a:off x="838200" y="2758440"/>
              <a:ext cx="3124200" cy="295656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D5CC7FF-7D9E-73B6-7FA8-EA73E37A6DFD}"/>
                </a:ext>
              </a:extLst>
            </p:cNvPr>
            <p:cNvSpPr txBox="1"/>
            <p:nvPr/>
          </p:nvSpPr>
          <p:spPr>
            <a:xfrm>
              <a:off x="1661160" y="3093720"/>
              <a:ext cx="138684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FC000"/>
                  </a:solidFill>
                </a:rPr>
                <a:t>HTML</a:t>
              </a:r>
              <a:endParaRPr lang="en-IN" sz="3600" b="1" dirty="0">
                <a:solidFill>
                  <a:srgbClr val="FFC000"/>
                </a:solidFill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121A295-7783-A9BA-707F-3700839F70B8}"/>
                </a:ext>
              </a:extLst>
            </p:cNvPr>
            <p:cNvSpPr txBox="1"/>
            <p:nvPr/>
          </p:nvSpPr>
          <p:spPr>
            <a:xfrm>
              <a:off x="990600" y="3947160"/>
              <a:ext cx="2849880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bg2"/>
                  </a:solidFill>
                </a:rPr>
                <a:t>Provides the structure and content of a webpage</a:t>
              </a:r>
              <a:endParaRPr lang="en-IN" sz="2400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DD4FF355-31CB-C4F8-D68A-CD8FC4BC93FF}"/>
              </a:ext>
            </a:extLst>
          </p:cNvPr>
          <p:cNvGrpSpPr/>
          <p:nvPr/>
        </p:nvGrpSpPr>
        <p:grpSpPr>
          <a:xfrm>
            <a:off x="4320540" y="3594367"/>
            <a:ext cx="3124200" cy="2956560"/>
            <a:chOff x="838200" y="2758440"/>
            <a:chExt cx="3124200" cy="2956560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D77E7577-C776-1209-460B-246FA9556187}"/>
                </a:ext>
              </a:extLst>
            </p:cNvPr>
            <p:cNvSpPr/>
            <p:nvPr/>
          </p:nvSpPr>
          <p:spPr>
            <a:xfrm>
              <a:off x="838200" y="2758440"/>
              <a:ext cx="3124200" cy="295656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391865F-3D2D-84B8-222E-B05E57C6860E}"/>
                </a:ext>
              </a:extLst>
            </p:cNvPr>
            <p:cNvSpPr txBox="1"/>
            <p:nvPr/>
          </p:nvSpPr>
          <p:spPr>
            <a:xfrm>
              <a:off x="1661160" y="3093720"/>
              <a:ext cx="138684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FC000"/>
                  </a:solidFill>
                </a:rPr>
                <a:t>CSS</a:t>
              </a:r>
              <a:endParaRPr lang="en-IN" sz="3600" b="1" dirty="0">
                <a:solidFill>
                  <a:srgbClr val="FFC000"/>
                </a:solidFill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466E1E5B-3547-8F83-D90B-03C148513EF4}"/>
                </a:ext>
              </a:extLst>
            </p:cNvPr>
            <p:cNvSpPr txBox="1"/>
            <p:nvPr/>
          </p:nvSpPr>
          <p:spPr>
            <a:xfrm>
              <a:off x="990600" y="3947160"/>
              <a:ext cx="2849880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bg2"/>
                  </a:solidFill>
                </a:rPr>
                <a:t>Style and design the appearance of the webpage</a:t>
              </a:r>
              <a:endParaRPr lang="en-IN" sz="2400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12979B7-90FB-DFDA-CF73-645AD98871C4}"/>
              </a:ext>
            </a:extLst>
          </p:cNvPr>
          <p:cNvGrpSpPr/>
          <p:nvPr/>
        </p:nvGrpSpPr>
        <p:grpSpPr>
          <a:xfrm>
            <a:off x="8763000" y="2176582"/>
            <a:ext cx="3124200" cy="2956560"/>
            <a:chOff x="838200" y="2758440"/>
            <a:chExt cx="3124200" cy="2956560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F7563726-EE53-494E-C931-86B1C481917A}"/>
                </a:ext>
              </a:extLst>
            </p:cNvPr>
            <p:cNvSpPr/>
            <p:nvPr/>
          </p:nvSpPr>
          <p:spPr>
            <a:xfrm>
              <a:off x="838200" y="2758440"/>
              <a:ext cx="3124200" cy="295656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D30B10C-7840-BA81-CB7B-E122B87FA103}"/>
                </a:ext>
              </a:extLst>
            </p:cNvPr>
            <p:cNvSpPr txBox="1"/>
            <p:nvPr/>
          </p:nvSpPr>
          <p:spPr>
            <a:xfrm>
              <a:off x="1661160" y="3093720"/>
              <a:ext cx="138684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FC000"/>
                  </a:solidFill>
                </a:rPr>
                <a:t>JS</a:t>
              </a:r>
              <a:endParaRPr lang="en-IN" sz="3600" b="1" dirty="0">
                <a:solidFill>
                  <a:srgbClr val="FFC000"/>
                </a:solidFill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68AE112-3F14-8C14-3248-118A7B6CC1A3}"/>
                </a:ext>
              </a:extLst>
            </p:cNvPr>
            <p:cNvSpPr txBox="1"/>
            <p:nvPr/>
          </p:nvSpPr>
          <p:spPr>
            <a:xfrm>
              <a:off x="990600" y="3947160"/>
              <a:ext cx="2849880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bg2"/>
                  </a:solidFill>
                </a:rPr>
                <a:t>Adds interactivity and dynamic behavior to the webpage</a:t>
              </a:r>
              <a:endParaRPr lang="en-IN" sz="2400" dirty="0">
                <a:solidFill>
                  <a:schemeClr val="bg2"/>
                </a:solidFill>
              </a:endParaRPr>
            </a:p>
          </p:txBody>
        </p:sp>
      </p:grpSp>
      <p:sp>
        <p:nvSpPr>
          <p:cNvPr id="22" name="Graphic 18" descr="Line arrow: Counter-clockwise curve with solid fill">
            <a:extLst>
              <a:ext uri="{FF2B5EF4-FFF2-40B4-BE49-F238E27FC236}">
                <a16:creationId xmlns:a16="http://schemas.microsoft.com/office/drawing/2014/main" id="{A8269147-6419-890D-63D7-72A4566B653D}"/>
              </a:ext>
            </a:extLst>
          </p:cNvPr>
          <p:cNvSpPr/>
          <p:nvPr/>
        </p:nvSpPr>
        <p:spPr>
          <a:xfrm rot="7652233">
            <a:off x="3591807" y="4797980"/>
            <a:ext cx="327665" cy="836403"/>
          </a:xfrm>
          <a:custGeom>
            <a:avLst/>
            <a:gdLst>
              <a:gd name="csX0" fmla="*/ 95250 w 327665"/>
              <a:gd name="csY0" fmla="*/ 58103 h 836403"/>
              <a:gd name="csX1" fmla="*/ 220980 w 327665"/>
              <a:gd name="csY1" fmla="*/ 59055 h 836403"/>
              <a:gd name="csX2" fmla="*/ 249555 w 327665"/>
              <a:gd name="csY2" fmla="*/ 30480 h 836403"/>
              <a:gd name="csX3" fmla="*/ 220980 w 327665"/>
              <a:gd name="csY3" fmla="*/ 1905 h 836403"/>
              <a:gd name="csX4" fmla="*/ 30480 w 327665"/>
              <a:gd name="csY4" fmla="*/ 0 h 836403"/>
              <a:gd name="csX5" fmla="*/ 12382 w 327665"/>
              <a:gd name="csY5" fmla="*/ 6667 h 836403"/>
              <a:gd name="csX6" fmla="*/ 10478 w 327665"/>
              <a:gd name="csY6" fmla="*/ 8573 h 836403"/>
              <a:gd name="csX7" fmla="*/ 7620 w 327665"/>
              <a:gd name="csY7" fmla="*/ 11430 h 836403"/>
              <a:gd name="csX8" fmla="*/ 6668 w 327665"/>
              <a:gd name="csY8" fmla="*/ 13335 h 836403"/>
              <a:gd name="csX9" fmla="*/ 5715 w 327665"/>
              <a:gd name="csY9" fmla="*/ 15240 h 836403"/>
              <a:gd name="csX10" fmla="*/ 1905 w 327665"/>
              <a:gd name="csY10" fmla="*/ 28575 h 836403"/>
              <a:gd name="csX11" fmla="*/ 0 w 327665"/>
              <a:gd name="csY11" fmla="*/ 219075 h 836403"/>
              <a:gd name="csX12" fmla="*/ 28575 w 327665"/>
              <a:gd name="csY12" fmla="*/ 247650 h 836403"/>
              <a:gd name="csX13" fmla="*/ 57150 w 327665"/>
              <a:gd name="csY13" fmla="*/ 219075 h 836403"/>
              <a:gd name="csX14" fmla="*/ 58103 w 327665"/>
              <a:gd name="csY14" fmla="*/ 100965 h 836403"/>
              <a:gd name="csX15" fmla="*/ 269558 w 327665"/>
              <a:gd name="csY15" fmla="*/ 534353 h 836403"/>
              <a:gd name="csX16" fmla="*/ 203835 w 327665"/>
              <a:gd name="csY16" fmla="*/ 796290 h 836403"/>
              <a:gd name="csX17" fmla="*/ 217170 w 327665"/>
              <a:gd name="csY17" fmla="*/ 833438 h 836403"/>
              <a:gd name="csX18" fmla="*/ 255270 w 327665"/>
              <a:gd name="csY18" fmla="*/ 821055 h 836403"/>
              <a:gd name="csX19" fmla="*/ 326708 w 327665"/>
              <a:gd name="csY19" fmla="*/ 538163 h 836403"/>
              <a:gd name="csX20" fmla="*/ 95250 w 327665"/>
              <a:gd name="csY20" fmla="*/ 58103 h 8364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327665" h="836403">
                <a:moveTo>
                  <a:pt x="95250" y="58103"/>
                </a:moveTo>
                <a:lnTo>
                  <a:pt x="220980" y="59055"/>
                </a:lnTo>
                <a:cubicBezTo>
                  <a:pt x="237173" y="59055"/>
                  <a:pt x="249555" y="46672"/>
                  <a:pt x="249555" y="30480"/>
                </a:cubicBezTo>
                <a:cubicBezTo>
                  <a:pt x="249555" y="14288"/>
                  <a:pt x="237173" y="1905"/>
                  <a:pt x="220980" y="1905"/>
                </a:cubicBezTo>
                <a:lnTo>
                  <a:pt x="30480" y="0"/>
                </a:lnTo>
                <a:cubicBezTo>
                  <a:pt x="23813" y="0"/>
                  <a:pt x="18098" y="1905"/>
                  <a:pt x="12382" y="6667"/>
                </a:cubicBezTo>
                <a:cubicBezTo>
                  <a:pt x="11430" y="6667"/>
                  <a:pt x="11430" y="7620"/>
                  <a:pt x="10478" y="8573"/>
                </a:cubicBezTo>
                <a:cubicBezTo>
                  <a:pt x="9525" y="9525"/>
                  <a:pt x="8573" y="9525"/>
                  <a:pt x="7620" y="11430"/>
                </a:cubicBezTo>
                <a:cubicBezTo>
                  <a:pt x="7620" y="11430"/>
                  <a:pt x="6668" y="12383"/>
                  <a:pt x="6668" y="13335"/>
                </a:cubicBezTo>
                <a:cubicBezTo>
                  <a:pt x="6668" y="13335"/>
                  <a:pt x="5715" y="14288"/>
                  <a:pt x="5715" y="15240"/>
                </a:cubicBezTo>
                <a:cubicBezTo>
                  <a:pt x="2858" y="19050"/>
                  <a:pt x="1905" y="23813"/>
                  <a:pt x="1905" y="28575"/>
                </a:cubicBezTo>
                <a:lnTo>
                  <a:pt x="0" y="219075"/>
                </a:lnTo>
                <a:cubicBezTo>
                  <a:pt x="0" y="235268"/>
                  <a:pt x="12382" y="247650"/>
                  <a:pt x="28575" y="247650"/>
                </a:cubicBezTo>
                <a:cubicBezTo>
                  <a:pt x="44768" y="247650"/>
                  <a:pt x="57150" y="235268"/>
                  <a:pt x="57150" y="219075"/>
                </a:cubicBezTo>
                <a:lnTo>
                  <a:pt x="58103" y="100965"/>
                </a:lnTo>
                <a:cubicBezTo>
                  <a:pt x="207645" y="204788"/>
                  <a:pt x="279083" y="350520"/>
                  <a:pt x="269558" y="534353"/>
                </a:cubicBezTo>
                <a:cubicBezTo>
                  <a:pt x="263843" y="624840"/>
                  <a:pt x="241935" y="713423"/>
                  <a:pt x="203835" y="796290"/>
                </a:cubicBezTo>
                <a:cubicBezTo>
                  <a:pt x="197168" y="810578"/>
                  <a:pt x="202883" y="826770"/>
                  <a:pt x="217170" y="833438"/>
                </a:cubicBezTo>
                <a:cubicBezTo>
                  <a:pt x="230505" y="840105"/>
                  <a:pt x="247650" y="835343"/>
                  <a:pt x="255270" y="821055"/>
                </a:cubicBezTo>
                <a:cubicBezTo>
                  <a:pt x="296228" y="732473"/>
                  <a:pt x="320993" y="636270"/>
                  <a:pt x="326708" y="538163"/>
                </a:cubicBezTo>
                <a:cubicBezTo>
                  <a:pt x="334328" y="398145"/>
                  <a:pt x="300038" y="201930"/>
                  <a:pt x="95250" y="58103"/>
                </a:cubicBez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</p:sp>
      <p:sp>
        <p:nvSpPr>
          <p:cNvPr id="21" name="Graphic 19" descr="Line arrow: Counter-clockwise curve with solid fill">
            <a:extLst>
              <a:ext uri="{FF2B5EF4-FFF2-40B4-BE49-F238E27FC236}">
                <a16:creationId xmlns:a16="http://schemas.microsoft.com/office/drawing/2014/main" id="{9D6EA9A6-A72B-5CB1-FD51-A14CE168091E}"/>
              </a:ext>
            </a:extLst>
          </p:cNvPr>
          <p:cNvSpPr/>
          <p:nvPr/>
        </p:nvSpPr>
        <p:spPr>
          <a:xfrm rot="4780294">
            <a:off x="7991205" y="4653546"/>
            <a:ext cx="327665" cy="836403"/>
          </a:xfrm>
          <a:custGeom>
            <a:avLst/>
            <a:gdLst>
              <a:gd name="csX0" fmla="*/ 95250 w 327665"/>
              <a:gd name="csY0" fmla="*/ 58103 h 836403"/>
              <a:gd name="csX1" fmla="*/ 220980 w 327665"/>
              <a:gd name="csY1" fmla="*/ 59055 h 836403"/>
              <a:gd name="csX2" fmla="*/ 249555 w 327665"/>
              <a:gd name="csY2" fmla="*/ 30480 h 836403"/>
              <a:gd name="csX3" fmla="*/ 220980 w 327665"/>
              <a:gd name="csY3" fmla="*/ 1905 h 836403"/>
              <a:gd name="csX4" fmla="*/ 30480 w 327665"/>
              <a:gd name="csY4" fmla="*/ 0 h 836403"/>
              <a:gd name="csX5" fmla="*/ 12382 w 327665"/>
              <a:gd name="csY5" fmla="*/ 6667 h 836403"/>
              <a:gd name="csX6" fmla="*/ 10478 w 327665"/>
              <a:gd name="csY6" fmla="*/ 8573 h 836403"/>
              <a:gd name="csX7" fmla="*/ 7620 w 327665"/>
              <a:gd name="csY7" fmla="*/ 11430 h 836403"/>
              <a:gd name="csX8" fmla="*/ 6668 w 327665"/>
              <a:gd name="csY8" fmla="*/ 13335 h 836403"/>
              <a:gd name="csX9" fmla="*/ 5715 w 327665"/>
              <a:gd name="csY9" fmla="*/ 15240 h 836403"/>
              <a:gd name="csX10" fmla="*/ 1905 w 327665"/>
              <a:gd name="csY10" fmla="*/ 28575 h 836403"/>
              <a:gd name="csX11" fmla="*/ 0 w 327665"/>
              <a:gd name="csY11" fmla="*/ 219075 h 836403"/>
              <a:gd name="csX12" fmla="*/ 28575 w 327665"/>
              <a:gd name="csY12" fmla="*/ 247650 h 836403"/>
              <a:gd name="csX13" fmla="*/ 57150 w 327665"/>
              <a:gd name="csY13" fmla="*/ 219075 h 836403"/>
              <a:gd name="csX14" fmla="*/ 58103 w 327665"/>
              <a:gd name="csY14" fmla="*/ 100965 h 836403"/>
              <a:gd name="csX15" fmla="*/ 269558 w 327665"/>
              <a:gd name="csY15" fmla="*/ 534353 h 836403"/>
              <a:gd name="csX16" fmla="*/ 203835 w 327665"/>
              <a:gd name="csY16" fmla="*/ 796290 h 836403"/>
              <a:gd name="csX17" fmla="*/ 217170 w 327665"/>
              <a:gd name="csY17" fmla="*/ 833438 h 836403"/>
              <a:gd name="csX18" fmla="*/ 255270 w 327665"/>
              <a:gd name="csY18" fmla="*/ 821055 h 836403"/>
              <a:gd name="csX19" fmla="*/ 326708 w 327665"/>
              <a:gd name="csY19" fmla="*/ 538163 h 836403"/>
              <a:gd name="csX20" fmla="*/ 95250 w 327665"/>
              <a:gd name="csY20" fmla="*/ 58103 h 8364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327665" h="836403">
                <a:moveTo>
                  <a:pt x="95250" y="58103"/>
                </a:moveTo>
                <a:lnTo>
                  <a:pt x="220980" y="59055"/>
                </a:lnTo>
                <a:cubicBezTo>
                  <a:pt x="237173" y="59055"/>
                  <a:pt x="249555" y="46672"/>
                  <a:pt x="249555" y="30480"/>
                </a:cubicBezTo>
                <a:cubicBezTo>
                  <a:pt x="249555" y="14288"/>
                  <a:pt x="237173" y="1905"/>
                  <a:pt x="220980" y="1905"/>
                </a:cubicBezTo>
                <a:lnTo>
                  <a:pt x="30480" y="0"/>
                </a:lnTo>
                <a:cubicBezTo>
                  <a:pt x="23813" y="0"/>
                  <a:pt x="18098" y="1905"/>
                  <a:pt x="12382" y="6667"/>
                </a:cubicBezTo>
                <a:cubicBezTo>
                  <a:pt x="11430" y="6667"/>
                  <a:pt x="11430" y="7620"/>
                  <a:pt x="10478" y="8573"/>
                </a:cubicBezTo>
                <a:cubicBezTo>
                  <a:pt x="9525" y="9525"/>
                  <a:pt x="8573" y="9525"/>
                  <a:pt x="7620" y="11430"/>
                </a:cubicBezTo>
                <a:cubicBezTo>
                  <a:pt x="7620" y="11430"/>
                  <a:pt x="6668" y="12383"/>
                  <a:pt x="6668" y="13335"/>
                </a:cubicBezTo>
                <a:cubicBezTo>
                  <a:pt x="6668" y="13335"/>
                  <a:pt x="5715" y="14288"/>
                  <a:pt x="5715" y="15240"/>
                </a:cubicBezTo>
                <a:cubicBezTo>
                  <a:pt x="2858" y="19050"/>
                  <a:pt x="1905" y="23813"/>
                  <a:pt x="1905" y="28575"/>
                </a:cubicBezTo>
                <a:lnTo>
                  <a:pt x="0" y="219075"/>
                </a:lnTo>
                <a:cubicBezTo>
                  <a:pt x="0" y="235268"/>
                  <a:pt x="12382" y="247650"/>
                  <a:pt x="28575" y="247650"/>
                </a:cubicBezTo>
                <a:cubicBezTo>
                  <a:pt x="44768" y="247650"/>
                  <a:pt x="57150" y="235268"/>
                  <a:pt x="57150" y="219075"/>
                </a:cubicBezTo>
                <a:lnTo>
                  <a:pt x="58103" y="100965"/>
                </a:lnTo>
                <a:cubicBezTo>
                  <a:pt x="207645" y="204788"/>
                  <a:pt x="279083" y="350520"/>
                  <a:pt x="269558" y="534353"/>
                </a:cubicBezTo>
                <a:cubicBezTo>
                  <a:pt x="263843" y="624840"/>
                  <a:pt x="241935" y="713423"/>
                  <a:pt x="203835" y="796290"/>
                </a:cubicBezTo>
                <a:cubicBezTo>
                  <a:pt x="197168" y="810578"/>
                  <a:pt x="202883" y="826770"/>
                  <a:pt x="217170" y="833438"/>
                </a:cubicBezTo>
                <a:cubicBezTo>
                  <a:pt x="230505" y="840105"/>
                  <a:pt x="247650" y="835343"/>
                  <a:pt x="255270" y="821055"/>
                </a:cubicBezTo>
                <a:cubicBezTo>
                  <a:pt x="296228" y="732473"/>
                  <a:pt x="320993" y="636270"/>
                  <a:pt x="326708" y="538163"/>
                </a:cubicBezTo>
                <a:cubicBezTo>
                  <a:pt x="334328" y="398145"/>
                  <a:pt x="300038" y="201930"/>
                  <a:pt x="95250" y="58103"/>
                </a:cubicBez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</p:sp>
    </p:spTree>
    <p:extLst>
      <p:ext uri="{BB962C8B-B14F-4D97-AF65-F5344CB8AC3E}">
        <p14:creationId xmlns:p14="http://schemas.microsoft.com/office/powerpoint/2010/main" val="27570673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58A2C-AF1B-7C51-CC26-5D7F85E87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What is JavaScript ?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88DCD2-1107-CF14-670C-B0905D6108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JavaScript improves the user experience of the web page by converting it from a static page into an interactive one.</a:t>
            </a:r>
          </a:p>
          <a:p>
            <a:endParaRPr lang="en-US" dirty="0"/>
          </a:p>
          <a:p>
            <a:r>
              <a:rPr lang="en-US" dirty="0"/>
              <a:t>JavaScript is used to update and change both HTML, CSS.</a:t>
            </a:r>
          </a:p>
          <a:p>
            <a:r>
              <a:rPr lang="en-US" dirty="0"/>
              <a:t>It adds behavior to web pages.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945455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8A2ED-D8EB-D3B1-618B-2A650933C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Why JavaScript?</a:t>
            </a:r>
            <a:endParaRPr lang="en-IN" b="1" dirty="0"/>
          </a:p>
        </p:txBody>
      </p:sp>
      <p:pic>
        <p:nvPicPr>
          <p:cNvPr id="4" name="object 16">
            <a:extLst>
              <a:ext uri="{FF2B5EF4-FFF2-40B4-BE49-F238E27FC236}">
                <a16:creationId xmlns:a16="http://schemas.microsoft.com/office/drawing/2014/main" id="{268313AC-B630-7170-4E09-F32EC0F85A18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3425422" y="2290846"/>
            <a:ext cx="5341155" cy="43513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21A94A9-00C4-85CD-D988-4CA25E4CEE2E}"/>
              </a:ext>
            </a:extLst>
          </p:cNvPr>
          <p:cNvSpPr txBox="1"/>
          <p:nvPr/>
        </p:nvSpPr>
        <p:spPr>
          <a:xfrm>
            <a:off x="838200" y="1556084"/>
            <a:ext cx="106559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Most used programming language among developer’s worldwide as of 2023.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598896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086B9-52D4-FBBB-4AC6-E8E71A0D3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History of JavaScript</a:t>
            </a:r>
            <a:endParaRPr lang="en-IN" b="1" dirty="0"/>
          </a:p>
        </p:txBody>
      </p:sp>
      <p:pic>
        <p:nvPicPr>
          <p:cNvPr id="4" name="object 65" descr="A person wearing glasses and a suit  Description automatically generated">
            <a:extLst>
              <a:ext uri="{FF2B5EF4-FFF2-40B4-BE49-F238E27FC236}">
                <a16:creationId xmlns:a16="http://schemas.microsoft.com/office/drawing/2014/main" id="{6EFA0F64-C81D-F5EB-20F6-D2F68B53A12B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0323093" y="1"/>
            <a:ext cx="1909011" cy="200526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74AFFE8-EC1D-E518-53A1-E59FE67E9764}"/>
              </a:ext>
            </a:extLst>
          </p:cNvPr>
          <p:cNvSpPr txBox="1"/>
          <p:nvPr/>
        </p:nvSpPr>
        <p:spPr>
          <a:xfrm>
            <a:off x="838200" y="1690688"/>
            <a:ext cx="105156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</a:t>
            </a:r>
            <a:r>
              <a:rPr lang="en-US" b="1" dirty="0"/>
              <a:t>1995</a:t>
            </a:r>
            <a:r>
              <a:rPr lang="en-US" dirty="0"/>
              <a:t> – Created by </a:t>
            </a:r>
            <a:r>
              <a:rPr lang="en-US" b="1" dirty="0"/>
              <a:t>Brendan Eich </a:t>
            </a:r>
            <a:r>
              <a:rPr lang="en-US" dirty="0"/>
              <a:t>at </a:t>
            </a:r>
            <a:r>
              <a:rPr lang="en-US" b="1" dirty="0"/>
              <a:t>Netscape </a:t>
            </a:r>
            <a:r>
              <a:rPr lang="en-US" dirty="0"/>
              <a:t>in just </a:t>
            </a:r>
            <a:r>
              <a:rPr lang="en-US" b="1" dirty="0"/>
              <a:t>10 days.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Switching from </a:t>
            </a:r>
            <a:r>
              <a:rPr lang="en-US" b="1" dirty="0"/>
              <a:t>LiveScript</a:t>
            </a:r>
            <a:r>
              <a:rPr lang="en-US" dirty="0"/>
              <a:t> to </a:t>
            </a:r>
            <a:r>
              <a:rPr lang="en-US" b="1" dirty="0"/>
              <a:t>JavaScript</a:t>
            </a:r>
            <a:r>
              <a:rPr lang="en-US" dirty="0"/>
              <a:t> was a smart move to make it sound cooler and piggyback on Java’s fame, while also cozying up to Sum Microsystems.</a:t>
            </a:r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DC4CEA0-739F-50C2-D2A5-E584912B2531}"/>
              </a:ext>
            </a:extLst>
          </p:cNvPr>
          <p:cNvSpPr/>
          <p:nvPr/>
        </p:nvSpPr>
        <p:spPr>
          <a:xfrm>
            <a:off x="1267326" y="2197768"/>
            <a:ext cx="1748590" cy="46522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Mocha</a:t>
            </a:r>
            <a:endParaRPr lang="en-IN" sz="2800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7B9B6D5-56BC-52B8-9FBC-805B2C3A8CBD}"/>
              </a:ext>
            </a:extLst>
          </p:cNvPr>
          <p:cNvSpPr/>
          <p:nvPr/>
        </p:nvSpPr>
        <p:spPr>
          <a:xfrm>
            <a:off x="5221705" y="2197767"/>
            <a:ext cx="1748590" cy="465221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LiveScript</a:t>
            </a:r>
            <a:endParaRPr lang="en-IN" sz="2800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4FB67BF-ABDC-9DAC-FD89-2EF5360FBECD}"/>
              </a:ext>
            </a:extLst>
          </p:cNvPr>
          <p:cNvSpPr/>
          <p:nvPr/>
        </p:nvSpPr>
        <p:spPr>
          <a:xfrm>
            <a:off x="9176083" y="2197766"/>
            <a:ext cx="1909011" cy="465221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JavaScript</a:t>
            </a:r>
            <a:endParaRPr lang="en-IN" sz="2800" dirty="0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DAEF0653-BE36-38E4-FBC5-52B97A3198AF}"/>
              </a:ext>
            </a:extLst>
          </p:cNvPr>
          <p:cNvSpPr/>
          <p:nvPr/>
        </p:nvSpPr>
        <p:spPr>
          <a:xfrm>
            <a:off x="3140242" y="2425145"/>
            <a:ext cx="1957136" cy="95137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61736F3B-5DE2-1D46-A03A-FA245E4BC07F}"/>
              </a:ext>
            </a:extLst>
          </p:cNvPr>
          <p:cNvSpPr/>
          <p:nvPr/>
        </p:nvSpPr>
        <p:spPr>
          <a:xfrm>
            <a:off x="7094621" y="2409658"/>
            <a:ext cx="1957136" cy="95137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1" name="object 42">
            <a:extLst>
              <a:ext uri="{FF2B5EF4-FFF2-40B4-BE49-F238E27FC236}">
                <a16:creationId xmlns:a16="http://schemas.microsoft.com/office/drawing/2014/main" id="{3FEB7B55-5B4D-064D-4F16-5554B78930CB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89830" y="4770577"/>
            <a:ext cx="216408" cy="214884"/>
          </a:xfrm>
          <a:prstGeom prst="rect">
            <a:avLst/>
          </a:prstGeom>
        </p:spPr>
      </p:pic>
      <p:pic>
        <p:nvPicPr>
          <p:cNvPr id="12" name="object 42">
            <a:extLst>
              <a:ext uri="{FF2B5EF4-FFF2-40B4-BE49-F238E27FC236}">
                <a16:creationId xmlns:a16="http://schemas.microsoft.com/office/drawing/2014/main" id="{FA227179-EF29-8D38-12A1-C5168706A88D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76093" y="4770577"/>
            <a:ext cx="216408" cy="214884"/>
          </a:xfrm>
          <a:prstGeom prst="rect">
            <a:avLst/>
          </a:prstGeom>
        </p:spPr>
      </p:pic>
      <p:pic>
        <p:nvPicPr>
          <p:cNvPr id="13" name="object 42">
            <a:extLst>
              <a:ext uri="{FF2B5EF4-FFF2-40B4-BE49-F238E27FC236}">
                <a16:creationId xmlns:a16="http://schemas.microsoft.com/office/drawing/2014/main" id="{476C9D2B-9FE5-F639-EBD7-CF5B8E6145ED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62356" y="4770577"/>
            <a:ext cx="216408" cy="214884"/>
          </a:xfrm>
          <a:prstGeom prst="rect">
            <a:avLst/>
          </a:prstGeom>
        </p:spPr>
      </p:pic>
      <p:pic>
        <p:nvPicPr>
          <p:cNvPr id="14" name="object 42">
            <a:extLst>
              <a:ext uri="{FF2B5EF4-FFF2-40B4-BE49-F238E27FC236}">
                <a16:creationId xmlns:a16="http://schemas.microsoft.com/office/drawing/2014/main" id="{89B87937-630F-4D85-1C91-9FEFEF25521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648619" y="4770577"/>
            <a:ext cx="216408" cy="214884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A4D1FA3-8772-822F-7A75-93BDDACB57C7}"/>
              </a:ext>
            </a:extLst>
          </p:cNvPr>
          <p:cNvCxnSpPr>
            <a:stCxn id="11" idx="3"/>
            <a:endCxn id="12" idx="1"/>
          </p:cNvCxnSpPr>
          <p:nvPr/>
        </p:nvCxnSpPr>
        <p:spPr>
          <a:xfrm>
            <a:off x="1706238" y="4878019"/>
            <a:ext cx="216985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6CE3AA6-320B-31C2-F7C5-A7D7850E0A68}"/>
              </a:ext>
            </a:extLst>
          </p:cNvPr>
          <p:cNvCxnSpPr/>
          <p:nvPr/>
        </p:nvCxnSpPr>
        <p:spPr>
          <a:xfrm>
            <a:off x="4092501" y="4878019"/>
            <a:ext cx="216985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F15F227-3FE2-126F-9618-312D72F1FF07}"/>
              </a:ext>
            </a:extLst>
          </p:cNvPr>
          <p:cNvCxnSpPr/>
          <p:nvPr/>
        </p:nvCxnSpPr>
        <p:spPr>
          <a:xfrm>
            <a:off x="6478764" y="4878019"/>
            <a:ext cx="216985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DE96B78F-85C6-7DE9-8D83-E49C648B9F35}"/>
              </a:ext>
            </a:extLst>
          </p:cNvPr>
          <p:cNvSpPr/>
          <p:nvPr/>
        </p:nvSpPr>
        <p:spPr>
          <a:xfrm>
            <a:off x="1116770" y="4239967"/>
            <a:ext cx="962527" cy="31572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1996</a:t>
            </a:r>
            <a:endParaRPr lang="en-IN" sz="2000" b="1" dirty="0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8F7F9FBD-57D1-6D6C-A4D0-3F4BA0E3B9D0}"/>
              </a:ext>
            </a:extLst>
          </p:cNvPr>
          <p:cNvSpPr/>
          <p:nvPr/>
        </p:nvSpPr>
        <p:spPr>
          <a:xfrm>
            <a:off x="5889296" y="4239967"/>
            <a:ext cx="962527" cy="31572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1997</a:t>
            </a:r>
            <a:endParaRPr lang="en-IN" sz="2000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30443CA-C20F-C374-5EA7-79791A2D415C}"/>
              </a:ext>
            </a:extLst>
          </p:cNvPr>
          <p:cNvSpPr txBox="1"/>
          <p:nvPr/>
        </p:nvSpPr>
        <p:spPr>
          <a:xfrm>
            <a:off x="1116770" y="5149516"/>
            <a:ext cx="1466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JavaScript</a:t>
            </a:r>
            <a:endParaRPr lang="en-IN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3519755-12EB-B922-3A1A-212940D4C535}"/>
              </a:ext>
            </a:extLst>
          </p:cNvPr>
          <p:cNvSpPr txBox="1"/>
          <p:nvPr/>
        </p:nvSpPr>
        <p:spPr>
          <a:xfrm>
            <a:off x="5057112" y="5123125"/>
            <a:ext cx="26268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ECMA International</a:t>
            </a:r>
            <a:endParaRPr lang="en-IN" b="1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FCE9326-7A9D-82FA-B285-D2B8BA35BCE8}"/>
              </a:ext>
            </a:extLst>
          </p:cNvPr>
          <p:cNvSpPr txBox="1"/>
          <p:nvPr/>
        </p:nvSpPr>
        <p:spPr>
          <a:xfrm>
            <a:off x="838200" y="5694947"/>
            <a:ext cx="19370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JavaScript was Created</a:t>
            </a:r>
            <a:endParaRPr lang="en-IN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D14D5D9-FA09-6721-B839-640933A61496}"/>
              </a:ext>
            </a:extLst>
          </p:cNvPr>
          <p:cNvSpPr txBox="1"/>
          <p:nvPr/>
        </p:nvSpPr>
        <p:spPr>
          <a:xfrm>
            <a:off x="4545689" y="5556447"/>
            <a:ext cx="36497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It was then submitted to ECMA International for standardization, which resulted in ECMAScript</a:t>
            </a:r>
            <a:endParaRPr lang="en-IN" dirty="0"/>
          </a:p>
        </p:txBody>
      </p:sp>
      <p:pic>
        <p:nvPicPr>
          <p:cNvPr id="35" name="object 42">
            <a:extLst>
              <a:ext uri="{FF2B5EF4-FFF2-40B4-BE49-F238E27FC236}">
                <a16:creationId xmlns:a16="http://schemas.microsoft.com/office/drawing/2014/main" id="{145B17FA-3A4C-7616-2AC5-2779C063C5C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022849" y="4770577"/>
            <a:ext cx="216408" cy="214884"/>
          </a:xfrm>
          <a:prstGeom prst="rect">
            <a:avLst/>
          </a:prstGeom>
        </p:spPr>
      </p:pic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BAFADEF-DFEF-C448-E1B4-27C6A1D03827}"/>
              </a:ext>
            </a:extLst>
          </p:cNvPr>
          <p:cNvCxnSpPr/>
          <p:nvPr/>
        </p:nvCxnSpPr>
        <p:spPr>
          <a:xfrm>
            <a:off x="8865027" y="4878019"/>
            <a:ext cx="216985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1CFD6CAE-C4AB-AC4C-128B-A87929F4BBDC}"/>
              </a:ext>
            </a:extLst>
          </p:cNvPr>
          <p:cNvSpPr/>
          <p:nvPr/>
        </p:nvSpPr>
        <p:spPr>
          <a:xfrm>
            <a:off x="10649789" y="4239967"/>
            <a:ext cx="962527" cy="31572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2015</a:t>
            </a:r>
            <a:endParaRPr lang="en-IN" sz="2000" b="1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C4DB05E-C89C-3DC2-D5EE-736D6A30C213}"/>
              </a:ext>
            </a:extLst>
          </p:cNvPr>
          <p:cNvSpPr txBox="1"/>
          <p:nvPr/>
        </p:nvSpPr>
        <p:spPr>
          <a:xfrm>
            <a:off x="9901183" y="5123125"/>
            <a:ext cx="22433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ES6 / ECMAScript 2015</a:t>
            </a:r>
            <a:endParaRPr lang="en-IN" b="1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A0BAC5A-0096-DD71-C7CF-10FCA683BDD3}"/>
              </a:ext>
            </a:extLst>
          </p:cNvPr>
          <p:cNvSpPr txBox="1"/>
          <p:nvPr/>
        </p:nvSpPr>
        <p:spPr>
          <a:xfrm>
            <a:off x="9051756" y="5849359"/>
            <a:ext cx="30927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Decide to switch to annual releases of ECMAScript.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107324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62DFE-34BC-80CF-B507-5669956E2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Our First JavaScript code in Console</a:t>
            </a:r>
            <a:endParaRPr lang="en-IN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81C9090-FF01-5A8D-6E9C-0A905CF3AB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19326" y="2321201"/>
            <a:ext cx="9953348" cy="2909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39064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172AB-1532-3EC8-68F0-E146EC434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b="1" dirty="0"/>
              <a:t>Ways to Write JavaScript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4428050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EB05D-11A5-8288-4724-632206979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Inline JavaScript</a:t>
            </a:r>
            <a:endParaRPr lang="en-IN" sz="2800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32D8D06-7962-A7F2-9FC7-30BABBAA08E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832" y="2142633"/>
            <a:ext cx="5181600" cy="2572733"/>
          </a:xfrm>
          <a:prstGeom prst="rect">
            <a:avLst/>
          </a:prstGeom>
        </p:spPr>
      </p:pic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92D1028-7824-8F15-D8BB-C532329ED9D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684756" y="2308384"/>
            <a:ext cx="6327412" cy="2241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123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9DB230-4F03-66C9-1FFE-4BA158C681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7E91C-53BD-2321-4E47-7843F45C4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Internal JavaScript</a:t>
            </a:r>
            <a:endParaRPr lang="en-IN" sz="2800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5CDC3C0-681A-5108-8292-B012C87F05D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409946" y="2543968"/>
            <a:ext cx="5181600" cy="2914649"/>
          </a:xfrm>
          <a:prstGeom prst="rect">
            <a:avLst/>
          </a:prstGeom>
        </p:spPr>
      </p:pic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697448D8-2EEF-7AB0-A7AD-C19F4F10D5A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456" y="2234346"/>
            <a:ext cx="5181600" cy="3533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4661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B0BDC6-D64C-71AC-95BF-31634F7AD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2B7CF-2C16-D78A-B19C-F08C2A66C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External JavaScript</a:t>
            </a:r>
            <a:endParaRPr lang="en-IN" sz="2800" dirty="0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684525D9-E587-ED7B-0274-B39306E0BDB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0456" y="1544384"/>
            <a:ext cx="5181600" cy="3533894"/>
          </a:xfrm>
          <a:prstGeom prst="rect">
            <a:avLst/>
          </a:prstGeom>
        </p:spPr>
      </p:pic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5C6CE82-ED76-98CE-3F49-6C838044159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72200" y="2543969"/>
            <a:ext cx="5181600" cy="291464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3AACC63-3D5D-268B-E04E-640B75C4D2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456" y="5313616"/>
            <a:ext cx="5181600" cy="1310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694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E9544-F3BF-5868-D939-E909623A4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Values &amp; Variables</a:t>
            </a:r>
            <a:endParaRPr lang="en-IN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65D3E9D-835A-B73A-54AA-669C7350B8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743" y="1690688"/>
            <a:ext cx="5066095" cy="240155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667E832-1E70-E3BD-C0D2-A42AF99327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2164" y="1690688"/>
            <a:ext cx="5260551" cy="240155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C4A3C71-8214-1950-88CE-40CDED059329}"/>
              </a:ext>
            </a:extLst>
          </p:cNvPr>
          <p:cNvSpPr txBox="1"/>
          <p:nvPr/>
        </p:nvSpPr>
        <p:spPr>
          <a:xfrm>
            <a:off x="838200" y="4459705"/>
            <a:ext cx="1090451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In JavaScript, </a:t>
            </a:r>
            <a:r>
              <a:rPr lang="en-IN" b="1" dirty="0"/>
              <a:t>values</a:t>
            </a:r>
            <a:r>
              <a:rPr lang="en-IN" dirty="0"/>
              <a:t> &amp; </a:t>
            </a:r>
            <a:r>
              <a:rPr lang="en-IN" b="1" dirty="0"/>
              <a:t>variables</a:t>
            </a:r>
            <a:r>
              <a:rPr lang="en-IN" dirty="0"/>
              <a:t> are fundamental concepts that form the basic of programming.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Values</a:t>
            </a:r>
            <a:r>
              <a:rPr lang="en-IN" dirty="0"/>
              <a:t>: A value is a piece of information that a program can work with. It can be number, text, true/false, or more complex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Variables</a:t>
            </a:r>
            <a:r>
              <a:rPr lang="en-IN" dirty="0"/>
              <a:t>: A variable is a container that holds a value. It has a name and can be used to store a manipulate data in a program.</a:t>
            </a:r>
          </a:p>
        </p:txBody>
      </p:sp>
    </p:spTree>
    <p:extLst>
      <p:ext uri="{BB962C8B-B14F-4D97-AF65-F5344CB8AC3E}">
        <p14:creationId xmlns:p14="http://schemas.microsoft.com/office/powerpoint/2010/main" val="30071681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FE6D2-A537-929B-9F52-C41D346D6D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69691"/>
          </a:xfrm>
        </p:spPr>
        <p:txBody>
          <a:bodyPr/>
          <a:lstStyle/>
          <a:p>
            <a:pPr algn="ctr"/>
            <a:r>
              <a:rPr lang="en-US" b="1" dirty="0"/>
              <a:t>Naming Variables: Rules &amp; Best Practice</a:t>
            </a:r>
            <a:endParaRPr lang="en-IN" b="1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BCF90E8-A37E-C06F-928B-7CD1DAC0776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8200" y="3439636"/>
            <a:ext cx="7407442" cy="1458695"/>
          </a:xfrm>
          <a:prstGeom prst="rect">
            <a:avLst/>
          </a:prstGeo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35CEA97-DB78-C0B9-D196-E680C74CD6C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8200" y="5023577"/>
            <a:ext cx="10515600" cy="151014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4072455-E077-54F7-EE6E-6BD68D7FA2C7}"/>
              </a:ext>
            </a:extLst>
          </p:cNvPr>
          <p:cNvSpPr txBox="1"/>
          <p:nvPr/>
        </p:nvSpPr>
        <p:spPr>
          <a:xfrm>
            <a:off x="838201" y="1560063"/>
            <a:ext cx="1051559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Variable names must start with a </a:t>
            </a:r>
            <a:r>
              <a:rPr lang="en-US" b="1" dirty="0"/>
              <a:t>letter</a:t>
            </a:r>
            <a:r>
              <a:rPr lang="en-US" dirty="0"/>
              <a:t>, an </a:t>
            </a:r>
            <a:r>
              <a:rPr lang="en-US" b="1" dirty="0"/>
              <a:t>underscore(_)</a:t>
            </a:r>
            <a:r>
              <a:rPr lang="en-US" dirty="0"/>
              <a:t> or a </a:t>
            </a:r>
            <a:r>
              <a:rPr lang="en-US" b="1" dirty="0"/>
              <a:t>dollar sign ($)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Variables </a:t>
            </a:r>
            <a:r>
              <a:rPr lang="en-US" b="1" dirty="0"/>
              <a:t>names cannot contain spaces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By convention, JavaScript variable names are written in </a:t>
            </a:r>
            <a:r>
              <a:rPr lang="en-US" b="1" dirty="0"/>
              <a:t>camelCase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Variables </a:t>
            </a:r>
            <a:r>
              <a:rPr lang="en-US" b="1" dirty="0"/>
              <a:t>cannot be the same </a:t>
            </a:r>
            <a:r>
              <a:rPr lang="en-US" dirty="0"/>
              <a:t>as </a:t>
            </a:r>
            <a:r>
              <a:rPr lang="en-US" b="1" dirty="0"/>
              <a:t>reserved keywords </a:t>
            </a:r>
            <a:r>
              <a:rPr lang="en-US" dirty="0"/>
              <a:t>such as </a:t>
            </a:r>
            <a:r>
              <a:rPr lang="en-US" b="1" dirty="0"/>
              <a:t>if </a:t>
            </a:r>
            <a:r>
              <a:rPr lang="en-US" dirty="0"/>
              <a:t>or </a:t>
            </a:r>
            <a:r>
              <a:rPr lang="en-US" b="1" dirty="0"/>
              <a:t>const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Variable names are </a:t>
            </a:r>
            <a:r>
              <a:rPr lang="en-US" b="1" dirty="0"/>
              <a:t>case-sensitive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Variable names can be as long as we need.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687496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82A46-72BC-75BF-B7CA-AB92974AF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Data Types</a:t>
            </a:r>
            <a:endParaRPr lang="en-IN" b="1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50F714E1-D5AE-80D9-9758-B2B22B2EAFC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1358455"/>
              </p:ext>
            </p:extLst>
          </p:nvPr>
        </p:nvGraphicFramePr>
        <p:xfrm>
          <a:off x="137160" y="1389888"/>
          <a:ext cx="4992624" cy="53675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E396E5A-366D-531F-C0A7-E5ACC727BF2F}"/>
              </a:ext>
            </a:extLst>
          </p:cNvPr>
          <p:cNvSpPr txBox="1"/>
          <p:nvPr/>
        </p:nvSpPr>
        <p:spPr>
          <a:xfrm>
            <a:off x="5830824" y="1690688"/>
            <a:ext cx="587044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 type define the type of value that a variable can hold.</a:t>
            </a:r>
          </a:p>
          <a:p>
            <a:endParaRPr lang="en-US" dirty="0"/>
          </a:p>
          <a:p>
            <a:r>
              <a:rPr lang="en-US" dirty="0"/>
              <a:t>There are 2 types of Data types: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Primitive Datatypes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Number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null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Boolean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BigInt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String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Symbol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Undefined</a:t>
            </a:r>
          </a:p>
          <a:p>
            <a:pPr lvl="1"/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Non-Primitive Datatypes (Reference Datatypes)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Array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Object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Function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014369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BAC3C-35F9-26D3-1874-E50649CE1E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4451"/>
          </a:xfrm>
        </p:spPr>
        <p:txBody>
          <a:bodyPr>
            <a:normAutofit fontScale="90000"/>
          </a:bodyPr>
          <a:lstStyle/>
          <a:p>
            <a:pPr algn="ctr"/>
            <a:r>
              <a:rPr lang="en-US" sz="2800" b="1" dirty="0"/>
              <a:t>Primitive Datatype</a:t>
            </a:r>
            <a:br>
              <a:rPr lang="en-US" sz="2800" b="1" dirty="0"/>
            </a:br>
            <a:r>
              <a:rPr lang="en-US" sz="2800" dirty="0"/>
              <a:t>(Number)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A66510-3B6E-C2F9-5B53-7D575BF8D6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1016"/>
            <a:ext cx="10515600" cy="4905947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47FA1E-61A2-8A9F-511B-856FABFE45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8200" y="1556109"/>
            <a:ext cx="10519762" cy="3745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55590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C840C3-1684-16AA-9EAC-07B6241A0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18207-7B4D-4607-9B6F-EE630A4CCE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4451"/>
          </a:xfrm>
        </p:spPr>
        <p:txBody>
          <a:bodyPr>
            <a:normAutofit fontScale="90000"/>
          </a:bodyPr>
          <a:lstStyle/>
          <a:p>
            <a:pPr algn="ctr"/>
            <a:r>
              <a:rPr lang="en-US" sz="2800" b="1" dirty="0"/>
              <a:t>Primitive Datatype</a:t>
            </a:r>
            <a:br>
              <a:rPr lang="en-US" sz="2800" b="1" dirty="0"/>
            </a:br>
            <a:r>
              <a:rPr lang="en-US" sz="2800" dirty="0"/>
              <a:t>(String)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A6B41-C5F2-3E90-25DB-4875F04E3D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1016"/>
            <a:ext cx="10515600" cy="4905947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84199F-BB7A-6E8B-FF78-854053D064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8200" y="1982887"/>
            <a:ext cx="10519762" cy="2892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95898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013E59-463C-8015-A827-A50C29F28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345B8-A877-A0AD-3F8D-FD1D1B62C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4451"/>
          </a:xfrm>
        </p:spPr>
        <p:txBody>
          <a:bodyPr>
            <a:normAutofit fontScale="90000"/>
          </a:bodyPr>
          <a:lstStyle/>
          <a:p>
            <a:pPr algn="ctr"/>
            <a:r>
              <a:rPr lang="en-US" sz="2800" b="1" dirty="0"/>
              <a:t>Primitive Datatype</a:t>
            </a:r>
            <a:br>
              <a:rPr lang="en-US" sz="2800" b="1" dirty="0"/>
            </a:br>
            <a:r>
              <a:rPr lang="en-US" sz="2800" dirty="0"/>
              <a:t>(Boolean)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44B79A-180A-9C1B-1F55-625D29394A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1016"/>
            <a:ext cx="10515600" cy="4905947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B7A649-7112-E015-116D-B8428036A6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8200" y="1778859"/>
            <a:ext cx="10515600" cy="3300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15167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6F9989-A40D-D701-E9A8-444F4A351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C4D8B-9AB1-B44D-EA29-FF32D01596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4451"/>
          </a:xfrm>
        </p:spPr>
        <p:txBody>
          <a:bodyPr>
            <a:normAutofit fontScale="90000"/>
          </a:bodyPr>
          <a:lstStyle/>
          <a:p>
            <a:pPr algn="ctr"/>
            <a:r>
              <a:rPr lang="en-US" sz="2800" b="1" dirty="0"/>
              <a:t>Primitive Datatype</a:t>
            </a:r>
            <a:br>
              <a:rPr lang="en-US" sz="2800" b="1" dirty="0"/>
            </a:br>
            <a:r>
              <a:rPr lang="en-US" sz="2800" dirty="0"/>
              <a:t>(Undefined)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E9AD6D-4C89-1964-5FBE-ACA0668E2A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1016"/>
            <a:ext cx="10515600" cy="4905947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78BAF1-9259-5610-BED8-33984D37FE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8200" y="1820705"/>
            <a:ext cx="10516986" cy="3216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74305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18CBD2-922A-AC56-E976-86E154C118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E778F-8F0C-EB82-5D9E-0A4338C82E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4451"/>
          </a:xfrm>
        </p:spPr>
        <p:txBody>
          <a:bodyPr>
            <a:normAutofit fontScale="90000"/>
          </a:bodyPr>
          <a:lstStyle/>
          <a:p>
            <a:pPr algn="ctr"/>
            <a:r>
              <a:rPr lang="en-US" sz="2800" b="1" dirty="0"/>
              <a:t>Primitive Datatype</a:t>
            </a:r>
            <a:br>
              <a:rPr lang="en-US" sz="2800" b="1" dirty="0"/>
            </a:br>
            <a:r>
              <a:rPr lang="en-US" sz="2800" dirty="0"/>
              <a:t>(null)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FC257E-EC06-4631-7B6E-9951BAB3EC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1016"/>
            <a:ext cx="10515600" cy="4905947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2F7A60-4255-63AF-3D91-11383CCD5B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8200" y="2495407"/>
            <a:ext cx="10516986" cy="1867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75718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FFD63A-B8AD-8B6C-E2E8-5B57D9114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5156E-E143-C37E-34D1-9FC7D1486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4451"/>
          </a:xfrm>
        </p:spPr>
        <p:txBody>
          <a:bodyPr>
            <a:normAutofit fontScale="90000"/>
          </a:bodyPr>
          <a:lstStyle/>
          <a:p>
            <a:pPr algn="ctr"/>
            <a:r>
              <a:rPr lang="en-US" sz="2800" b="1" dirty="0"/>
              <a:t>Primitive Datatype</a:t>
            </a:r>
            <a:br>
              <a:rPr lang="en-US" sz="2800" b="1" dirty="0"/>
            </a:br>
            <a:r>
              <a:rPr lang="en-US" sz="2800" dirty="0"/>
              <a:t>(BigInt)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876CC5-F252-6E75-F2D7-6A225B3667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1016"/>
            <a:ext cx="10515600" cy="4905947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5906FE-9082-17E2-BD28-C4EA8A341C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4190" y="2303835"/>
            <a:ext cx="10519610" cy="2250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600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52515D-F16F-9083-70B0-46BBE2846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AC8DA-9952-6A55-5965-DCE93B9C0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4451"/>
          </a:xfrm>
        </p:spPr>
        <p:txBody>
          <a:bodyPr>
            <a:normAutofit fontScale="90000"/>
          </a:bodyPr>
          <a:lstStyle/>
          <a:p>
            <a:pPr algn="ctr"/>
            <a:r>
              <a:rPr lang="en-US" sz="2800" b="1" dirty="0"/>
              <a:t>Primitive Datatype</a:t>
            </a:r>
            <a:br>
              <a:rPr lang="en-US" sz="2800" b="1" dirty="0"/>
            </a:br>
            <a:r>
              <a:rPr lang="en-US" sz="2800" dirty="0"/>
              <a:t>(Symbol)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326541-5242-653A-8CD5-0351402C90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1016"/>
            <a:ext cx="10515600" cy="4905947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129DDE-85AC-5E05-BED3-4C18B796CA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4190" y="2520432"/>
            <a:ext cx="10519610" cy="1817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5734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502F2-6E3D-88D6-FE50-529E4675E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33907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Interview Questions – Data Types</a:t>
            </a:r>
            <a:br>
              <a:rPr lang="en-US" b="1" dirty="0"/>
            </a:br>
            <a:r>
              <a:rPr lang="en-US" sz="2700" dirty="0"/>
              <a:t>What is the difference between </a:t>
            </a:r>
            <a:r>
              <a:rPr lang="en-US" sz="2700" b="1" dirty="0"/>
              <a:t>null </a:t>
            </a:r>
            <a:r>
              <a:rPr lang="en-US" sz="2700" dirty="0"/>
              <a:t>&amp; </a:t>
            </a:r>
            <a:r>
              <a:rPr lang="en-US" sz="2700" b="1" dirty="0"/>
              <a:t>undefined</a:t>
            </a:r>
            <a:r>
              <a:rPr lang="en-US" sz="2700" dirty="0"/>
              <a:t>?</a:t>
            </a:r>
            <a:endParaRPr lang="en-IN" sz="27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912601-1BC2-2030-9247-DA41C9879B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2819527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b="1" dirty="0"/>
              <a:t>Undefined</a:t>
            </a:r>
          </a:p>
          <a:p>
            <a:pPr marL="0" indent="0">
              <a:buNone/>
            </a:pPr>
            <a:r>
              <a:rPr lang="en-IN" dirty="0"/>
              <a:t>When we create a variable but don't give it a value, JavaScript automatically sets it to undefined. It basically means </a:t>
            </a:r>
            <a:r>
              <a:rPr lang="en-IN" b="1" dirty="0"/>
              <a:t>"this exists, but has no value yet"</a:t>
            </a:r>
            <a:r>
              <a:rPr lang="en-IN" dirty="0"/>
              <a:t>.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8AA6EE-E5BD-4331-46E2-CF1D9897F7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2819527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b="1" dirty="0"/>
              <a:t>Null</a:t>
            </a:r>
          </a:p>
          <a:p>
            <a:pPr marL="0" indent="0">
              <a:buNone/>
            </a:pPr>
            <a:r>
              <a:rPr lang="en-IN" dirty="0"/>
              <a:t>null is something </a:t>
            </a:r>
            <a:r>
              <a:rPr lang="en-IN" b="1" dirty="0"/>
              <a:t>we set yourself</a:t>
            </a:r>
            <a:r>
              <a:rPr lang="en-IN" dirty="0"/>
              <a:t>. It means </a:t>
            </a:r>
            <a:r>
              <a:rPr lang="en-IN" b="1" dirty="0"/>
              <a:t>"this variable is empty on purpose"</a:t>
            </a:r>
            <a:r>
              <a:rPr lang="en-IN" dirty="0"/>
              <a:t>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6B75AB0-9251-90D8-1E6C-5202BE58AF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5664" y="4452900"/>
            <a:ext cx="6717792" cy="2167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9819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8EBED6-4FF2-E17A-07FA-A53795031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07FE8-A506-998D-4298-88BF9D8F1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33907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Interview Questions – Data Types</a:t>
            </a:r>
            <a:br>
              <a:rPr lang="en-US" b="1" dirty="0"/>
            </a:br>
            <a:r>
              <a:rPr lang="en-US" sz="2700" dirty="0"/>
              <a:t>What is the purpose of typeof operator in JavaScript?</a:t>
            </a:r>
            <a:endParaRPr lang="en-IN" sz="2700" b="1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26D64CE-336A-2B49-FE0B-5497A71BC5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10515600" cy="11827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typeof</a:t>
            </a:r>
            <a:r>
              <a:rPr lang="en-IN" dirty="0"/>
              <a:t> is an operator that tells you </a:t>
            </a:r>
            <a:r>
              <a:rPr lang="en-IN" b="1" dirty="0"/>
              <a:t>what type of value</a:t>
            </a:r>
            <a:r>
              <a:rPr lang="en-IN" dirty="0"/>
              <a:t> is stored in a variable. It always returns the answer as a </a:t>
            </a:r>
            <a:r>
              <a:rPr lang="en-IN" b="1" dirty="0"/>
              <a:t>string</a:t>
            </a:r>
            <a:r>
              <a:rPr lang="en-IN" dirty="0"/>
              <a:t>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413F62F-0A00-8EFD-F5B1-4B9E5560F9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8236" y="3008376"/>
            <a:ext cx="6055527" cy="3611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65664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92763B-E94F-AD35-C637-4E64F5FF7F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70AD1-9C66-D950-3236-7E3AD3F85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33907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Interview Questions – Data Types</a:t>
            </a:r>
            <a:br>
              <a:rPr lang="en-US" b="1" dirty="0"/>
            </a:br>
            <a:r>
              <a:rPr lang="en-US" sz="2700" dirty="0"/>
              <a:t>What is the result of ‘typeof null’ in JavaScript?</a:t>
            </a:r>
            <a:endParaRPr lang="en-IN" sz="2700" b="1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BD321A6-F998-6BAA-5BAD-276B852E3C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10515600" cy="180454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dirty="0"/>
              <a:t>typeof</a:t>
            </a:r>
            <a:r>
              <a:rPr lang="en-IN" b="1" dirty="0"/>
              <a:t> null → "object"?</a:t>
            </a:r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r>
              <a:rPr lang="en-IN" dirty="0"/>
              <a:t>This is a </a:t>
            </a:r>
            <a:r>
              <a:rPr lang="en-IN" b="1" dirty="0"/>
              <a:t>known bug in JavaScript</a:t>
            </a:r>
            <a:r>
              <a:rPr lang="en-IN" dirty="0"/>
              <a:t> from the very beginning. It was never fixed because fixing it would break old websites. Just remember it as a special case.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80E91F4-3A0C-894C-06F1-0B05563D06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8199" y="3749040"/>
            <a:ext cx="10515600" cy="2154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1663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28BEA5-9E04-2044-B2EC-B72F0A35F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0273C-6B4A-0D65-FB19-94C055503D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33907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Interview Questions – Data Types</a:t>
            </a:r>
            <a:br>
              <a:rPr lang="en-US" b="1" dirty="0"/>
            </a:br>
            <a:r>
              <a:rPr lang="en-US" sz="2700" dirty="0"/>
              <a:t>What are primitive data types in JavaScript?</a:t>
            </a:r>
            <a:endParaRPr lang="en-IN" sz="2700" b="1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B2A9E44-7722-37E6-E739-222FA950F2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10515600" cy="18045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A primitive is the </a:t>
            </a:r>
            <a:r>
              <a:rPr lang="en-IN" b="1" dirty="0"/>
              <a:t>simplest form of data</a:t>
            </a:r>
            <a:r>
              <a:rPr lang="en-IN" dirty="0"/>
              <a:t>. It stores only </a:t>
            </a:r>
            <a:r>
              <a:rPr lang="en-IN" b="1" dirty="0"/>
              <a:t>one single value</a:t>
            </a:r>
            <a:r>
              <a:rPr lang="en-IN" dirty="0"/>
              <a:t> and has </a:t>
            </a:r>
            <a:r>
              <a:rPr lang="en-IN" b="1" dirty="0"/>
              <a:t>no methods or properties</a:t>
            </a:r>
            <a:r>
              <a:rPr lang="en-IN" dirty="0"/>
              <a:t> of its own.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F15EA3E-372A-BE62-04C5-8FD6368419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56012" y="2871216"/>
            <a:ext cx="4879975" cy="3895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43992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36BBA-AF4E-33E3-BC0C-784B22EBF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63349-3B1B-99CE-0DB3-9640201E1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33907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Interview Questions – Data Types</a:t>
            </a:r>
            <a:br>
              <a:rPr lang="en-US" b="1" dirty="0"/>
            </a:br>
            <a:r>
              <a:rPr lang="en-US" sz="2700" dirty="0"/>
              <a:t>Explain the concept of truthy &amp; falsy values in JS with examples?</a:t>
            </a:r>
            <a:endParaRPr lang="en-IN" sz="2700" b="1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F01E04E-0523-7824-7C72-D187B6944F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42745"/>
            <a:ext cx="10515600" cy="149364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In JavaScript, every value is either </a:t>
            </a:r>
            <a:r>
              <a:rPr lang="en-IN" b="1" dirty="0"/>
              <a:t>truthy</a:t>
            </a:r>
            <a:r>
              <a:rPr lang="en-IN" dirty="0"/>
              <a:t> or </a:t>
            </a:r>
            <a:r>
              <a:rPr lang="en-IN" b="1" dirty="0"/>
              <a:t>falsy</a:t>
            </a:r>
            <a:r>
              <a:rPr lang="en-IN" dirty="0"/>
              <a:t>. </a:t>
            </a:r>
          </a:p>
          <a:p>
            <a:pPr marL="0" indent="0">
              <a:buNone/>
            </a:pPr>
            <a:r>
              <a:rPr lang="en-IN" dirty="0"/>
              <a:t>This means when JavaScript needs a </a:t>
            </a:r>
            <a:r>
              <a:rPr lang="en-IN" b="1" dirty="0"/>
              <a:t>true/false decision</a:t>
            </a:r>
            <a:r>
              <a:rPr lang="en-IN" dirty="0"/>
              <a:t>, it automatically converts any value into true or false.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07FDBF0-1A31-1EBC-E2CE-FC122E43D9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4394" y="3721610"/>
            <a:ext cx="5705608" cy="162390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0C1741E-15A2-2D4A-CE4D-F4D1F1DD48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000" y="3721610"/>
            <a:ext cx="5705608" cy="1623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468386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14412F-F867-E4B9-8756-B9381885FE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3BB35-4F7C-52D3-3051-47C850B86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33907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Interview Questions – Data Types</a:t>
            </a:r>
            <a:br>
              <a:rPr lang="en-US" b="1" dirty="0"/>
            </a:br>
            <a:r>
              <a:rPr lang="en-US" sz="2700" dirty="0"/>
              <a:t>Convert a string into number?</a:t>
            </a:r>
            <a:endParaRPr lang="en-IN" sz="27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81C962-C3BC-7AE1-70D8-63951CAF337E}"/>
              </a:ext>
            </a:extLst>
          </p:cNvPr>
          <p:cNvSpPr txBox="1"/>
          <p:nvPr/>
        </p:nvSpPr>
        <p:spPr>
          <a:xfrm>
            <a:off x="838200" y="1399032"/>
            <a:ext cx="1051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We have different ways to convert </a:t>
            </a:r>
            <a:r>
              <a:rPr lang="en-IN" b="1" dirty="0"/>
              <a:t>String </a:t>
            </a:r>
            <a:r>
              <a:rPr lang="en-IN" dirty="0"/>
              <a:t>to a </a:t>
            </a:r>
            <a:r>
              <a:rPr lang="en-IN" b="1" dirty="0"/>
              <a:t>Number</a:t>
            </a:r>
            <a:r>
              <a:rPr lang="en-IN" dirty="0"/>
              <a:t>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E9939DD-9B66-3879-C417-8FE0EF1011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16836" y="1908451"/>
            <a:ext cx="7958328" cy="4672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494243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39910-68AB-23C1-5742-3CBE7B261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46749-247C-2E55-CF56-0ACB6D0AFF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33907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Interview Questions – Data Types</a:t>
            </a:r>
            <a:br>
              <a:rPr lang="en-US" b="1" dirty="0"/>
            </a:br>
            <a:r>
              <a:rPr lang="en-US" sz="2700" dirty="0"/>
              <a:t>Convert a number into string?</a:t>
            </a:r>
            <a:endParaRPr lang="en-IN" sz="27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926E35-78C4-2ADA-D743-B5E7732C6C62}"/>
              </a:ext>
            </a:extLst>
          </p:cNvPr>
          <p:cNvSpPr txBox="1"/>
          <p:nvPr/>
        </p:nvSpPr>
        <p:spPr>
          <a:xfrm>
            <a:off x="838200" y="1399032"/>
            <a:ext cx="1051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We have </a:t>
            </a:r>
            <a:r>
              <a:rPr lang="en-IN" b="1" dirty="0"/>
              <a:t>3 ways </a:t>
            </a:r>
            <a:r>
              <a:rPr lang="en-IN" dirty="0"/>
              <a:t>to convert number into string: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BCE3469-85D5-4FE4-48D4-53FBBCDDB8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81912" y="2088886"/>
            <a:ext cx="9028176" cy="4403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29614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F13DF8-6348-B728-3B90-22530844B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4416B-D9C4-B795-D8CD-A83DAC9E6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33907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Interview Questions – Data Types</a:t>
            </a:r>
            <a:br>
              <a:rPr lang="en-US" b="1" dirty="0"/>
            </a:br>
            <a:r>
              <a:rPr lang="en-US" sz="2700" b="1" dirty="0">
                <a:solidFill>
                  <a:srgbClr val="FF0000"/>
                </a:solidFill>
              </a:rPr>
              <a:t>NaN == NaN is false ?</a:t>
            </a:r>
            <a:endParaRPr lang="en-IN" sz="2700" b="1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E172E6-29F2-20FA-FBC7-3E5CB64413CD}"/>
              </a:ext>
            </a:extLst>
          </p:cNvPr>
          <p:cNvSpPr txBox="1"/>
          <p:nvPr/>
        </p:nvSpPr>
        <p:spPr>
          <a:xfrm>
            <a:off x="838200" y="1399032"/>
            <a:ext cx="10515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NaN</a:t>
            </a:r>
            <a:r>
              <a:rPr lang="en-IN" dirty="0"/>
              <a:t> means </a:t>
            </a:r>
            <a:r>
              <a:rPr lang="en-IN" b="1" dirty="0"/>
              <a:t>"Not a Number"</a:t>
            </a:r>
            <a:r>
              <a:rPr lang="en-IN" dirty="0"/>
              <a:t>. It appears when you try to do an </a:t>
            </a:r>
            <a:r>
              <a:rPr lang="en-IN" b="1" dirty="0"/>
              <a:t>invalid math operation</a:t>
            </a:r>
            <a:r>
              <a:rPr lang="en-IN" dirty="0"/>
              <a:t>.</a:t>
            </a:r>
          </a:p>
          <a:p>
            <a:endParaRPr lang="en-IN" dirty="0"/>
          </a:p>
          <a:p>
            <a:r>
              <a:rPr lang="en-IN" dirty="0"/>
              <a:t>Because NaN means </a:t>
            </a:r>
            <a:r>
              <a:rPr lang="en-IN" b="1" dirty="0"/>
              <a:t>"some invalid number"</a:t>
            </a:r>
            <a:r>
              <a:rPr lang="en-IN" dirty="0"/>
              <a:t> — and two invalid results can come from completely different operations. So JavaScript says they are </a:t>
            </a:r>
            <a:r>
              <a:rPr lang="en-IN" b="1" dirty="0"/>
              <a:t>never equal</a:t>
            </a:r>
            <a:r>
              <a:rPr lang="en-IN"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E23617-D779-7A29-878F-3140964A6D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882068"/>
            <a:ext cx="10515600" cy="257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212637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DCA9E-FE71-4178-B69D-41B73E3B2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dirty="0"/>
              <a:t>ParseInt &amp; ParseFloat</a:t>
            </a:r>
            <a:br>
              <a:rPr lang="en-US" b="1" dirty="0"/>
            </a:br>
            <a:r>
              <a:rPr lang="en-US" sz="2700" dirty="0"/>
              <a:t>(</a:t>
            </a:r>
            <a:r>
              <a:rPr lang="en-IN" sz="2700" dirty="0"/>
              <a:t>parseInt and parseFloat are both functions in JavaScript used for converting strings to numbers, but they have different use cases.)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7B8FBD-2624-3F25-EA32-6F0BA73131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9021" y="1825625"/>
            <a:ext cx="5470779" cy="2115439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000" b="1" dirty="0"/>
              <a:t>ParseInt</a:t>
            </a:r>
          </a:p>
          <a:p>
            <a:pPr algn="just"/>
            <a:r>
              <a:rPr lang="en-IN" sz="2000" b="1" dirty="0"/>
              <a:t>parseInt</a:t>
            </a:r>
            <a:r>
              <a:rPr lang="en-IN" sz="2000" dirty="0"/>
              <a:t> is used to parse a string and convert it to an integer (whole number).</a:t>
            </a:r>
          </a:p>
          <a:p>
            <a:pPr algn="just"/>
            <a:r>
              <a:rPr lang="en-IN" sz="2000" b="1" dirty="0"/>
              <a:t>parseInt</a:t>
            </a:r>
            <a:r>
              <a:rPr lang="en-IN" sz="2000" dirty="0"/>
              <a:t> is used for converting to integers and ignores anything after the decimal point.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0B6AEB-9232-CB11-85F0-25716C6D9E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825625"/>
            <a:ext cx="5470779" cy="2115439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000" b="1" dirty="0"/>
              <a:t>ParseFloat</a:t>
            </a:r>
          </a:p>
          <a:p>
            <a:r>
              <a:rPr lang="en-IN" sz="2000" b="1" dirty="0"/>
              <a:t>parseFloat</a:t>
            </a:r>
            <a:r>
              <a:rPr lang="en-IN" sz="2000" dirty="0"/>
              <a:t> is used to parse a string and convert it to a floating-point number (decimal number).</a:t>
            </a:r>
          </a:p>
          <a:p>
            <a:r>
              <a:rPr lang="en-IN" sz="2000" b="1" dirty="0"/>
              <a:t>parseFloat</a:t>
            </a:r>
            <a:r>
              <a:rPr lang="en-IN" sz="2000" dirty="0"/>
              <a:t> is used for converting to floating-point numbers, preserving the decimal part.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93BC127-2777-08F1-803E-874D254738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021" y="4803235"/>
            <a:ext cx="5470779" cy="168964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8077F26-7F92-76CC-0A7C-AE815B51F5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4803235"/>
            <a:ext cx="5470779" cy="1689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371243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F667E5-4B32-7B68-2050-89B6F7EF9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1C8BD-45D7-C2DD-0947-229E2DA5F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33907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Concatenation</a:t>
            </a:r>
            <a:endParaRPr lang="en-IN" sz="27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4DC11C-0969-6159-ED0F-11B0C6223036}"/>
              </a:ext>
            </a:extLst>
          </p:cNvPr>
          <p:cNvSpPr txBox="1"/>
          <p:nvPr/>
        </p:nvSpPr>
        <p:spPr>
          <a:xfrm>
            <a:off x="838200" y="1363605"/>
            <a:ext cx="105156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In JavaScript, the </a:t>
            </a:r>
            <a:r>
              <a:rPr lang="en-IN" b="1" dirty="0"/>
              <a:t>+ sign </a:t>
            </a:r>
            <a:r>
              <a:rPr lang="en-IN" dirty="0"/>
              <a:t>is not only used for </a:t>
            </a:r>
            <a:r>
              <a:rPr lang="en-IN" b="1" dirty="0"/>
              <a:t>arithmetic addition </a:t>
            </a:r>
            <a:r>
              <a:rPr lang="en-IN" dirty="0"/>
              <a:t>but also for </a:t>
            </a:r>
            <a:r>
              <a:rPr lang="en-IN" b="1" dirty="0"/>
              <a:t>string concatenation</a:t>
            </a:r>
            <a:r>
              <a:rPr lang="en-IN" dirty="0"/>
              <a:t>. When the </a:t>
            </a:r>
            <a:r>
              <a:rPr lang="en-IN" b="1" dirty="0"/>
              <a:t>+ operator </a:t>
            </a:r>
            <a:r>
              <a:rPr lang="en-IN" dirty="0"/>
              <a:t>is used with strings, it </a:t>
            </a:r>
            <a:r>
              <a:rPr lang="en-IN" b="1" dirty="0"/>
              <a:t>concatenates the strings </a:t>
            </a:r>
            <a:r>
              <a:rPr lang="en-IN" dirty="0"/>
              <a:t>together.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It's important to note that if any operand of the + operator is a string, JavaScript will treat the other operands as strings as well, resulting in string concatenation. If both operands are numbers, the + operator performs numeric addition.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2C7ED64-BF4D-C85B-5385-DBFEF6621F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63040" y="3181939"/>
            <a:ext cx="9265920" cy="3544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440390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CE3BDE-5BA2-ADBA-87DD-44C8FEF9F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EBAF9-F46B-DC7D-D677-BFEB2BC32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33907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Type Coercion</a:t>
            </a:r>
            <a:endParaRPr lang="en-IN" sz="27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97D4D4-D18C-D8EE-0AAE-57306DD5B01E}"/>
              </a:ext>
            </a:extLst>
          </p:cNvPr>
          <p:cNvSpPr txBox="1"/>
          <p:nvPr/>
        </p:nvSpPr>
        <p:spPr>
          <a:xfrm>
            <a:off x="838200" y="1363605"/>
            <a:ext cx="105156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Type coercion </a:t>
            </a:r>
            <a:r>
              <a:rPr lang="en-IN" dirty="0"/>
              <a:t>is the automatic conversion of "values" from </a:t>
            </a:r>
            <a:r>
              <a:rPr lang="en-IN" b="1" dirty="0"/>
              <a:t>one data type to another</a:t>
            </a:r>
            <a:r>
              <a:rPr lang="en-IN" dirty="0"/>
              <a:t>.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It is a fundamental part of JavaScript and can be used to make code more readable and efficient.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There are two types of coercion in JavaScript: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/>
              <a:t>Implicit coercion </a:t>
            </a:r>
            <a:r>
              <a:rPr lang="en-IN" dirty="0"/>
              <a:t>happens automatically.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/>
              <a:t>Explicit coercion </a:t>
            </a:r>
            <a:r>
              <a:rPr lang="en-IN" dirty="0"/>
              <a:t>is done manually by the programmer.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B203913-B2AD-2AD3-FD2F-93B7D8C62C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156" y="3795903"/>
            <a:ext cx="5427279" cy="262318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4BA9814-6F24-2224-E3E4-BE36DFBDFD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4099" y="3795903"/>
            <a:ext cx="4809745" cy="2609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64954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382</TotalTime>
  <Words>1052</Words>
  <Application>Microsoft Office PowerPoint</Application>
  <PresentationFormat>Widescreen</PresentationFormat>
  <Paragraphs>139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7" baseType="lpstr">
      <vt:lpstr>Aptos</vt:lpstr>
      <vt:lpstr>Aptos Display</vt:lpstr>
      <vt:lpstr>Arial</vt:lpstr>
      <vt:lpstr>Office Theme</vt:lpstr>
      <vt:lpstr>JavaScript Course</vt:lpstr>
      <vt:lpstr>How Website Works?</vt:lpstr>
      <vt:lpstr>Client VS Server</vt:lpstr>
      <vt:lpstr>Building Block of Website</vt:lpstr>
      <vt:lpstr>What is JavaScript ?</vt:lpstr>
      <vt:lpstr>Why JavaScript?</vt:lpstr>
      <vt:lpstr>History of JavaScript</vt:lpstr>
      <vt:lpstr>Our First JavaScript code in Console</vt:lpstr>
      <vt:lpstr>Ways to Write JavaScript</vt:lpstr>
      <vt:lpstr>Inline JavaScript</vt:lpstr>
      <vt:lpstr>Internal JavaScript</vt:lpstr>
      <vt:lpstr>External JavaScript</vt:lpstr>
      <vt:lpstr>Values &amp; Variables</vt:lpstr>
      <vt:lpstr>Naming Variables: Rules &amp; Best Practice</vt:lpstr>
      <vt:lpstr>Data Types</vt:lpstr>
      <vt:lpstr>Primitive Datatype (Number)</vt:lpstr>
      <vt:lpstr>Primitive Datatype (String)</vt:lpstr>
      <vt:lpstr>Primitive Datatype (Boolean)</vt:lpstr>
      <vt:lpstr>Primitive Datatype (Undefined)</vt:lpstr>
      <vt:lpstr>Primitive Datatype (null)</vt:lpstr>
      <vt:lpstr>Primitive Datatype (BigInt)</vt:lpstr>
      <vt:lpstr>Primitive Datatype (Symbol)</vt:lpstr>
      <vt:lpstr>Interview Questions – Data Types What is the difference between null &amp; undefined?</vt:lpstr>
      <vt:lpstr>Interview Questions – Data Types What is the purpose of typeof operator in JavaScript?</vt:lpstr>
      <vt:lpstr>Interview Questions – Data Types What is the result of ‘typeof null’ in JavaScript?</vt:lpstr>
      <vt:lpstr>Interview Questions – Data Types What are primitive data types in JavaScript?</vt:lpstr>
      <vt:lpstr>Interview Questions – Data Types Explain the concept of truthy &amp; falsy values in JS with examples?</vt:lpstr>
      <vt:lpstr>Interview Questions – Data Types Convert a string into number?</vt:lpstr>
      <vt:lpstr>Interview Questions – Data Types Convert a number into string?</vt:lpstr>
      <vt:lpstr>Interview Questions – Data Types NaN == NaN is false ?</vt:lpstr>
      <vt:lpstr>ParseInt &amp; ParseFloat (parseInt and parseFloat are both functions in JavaScript used for converting strings to numbers, but they have different use cases.)</vt:lpstr>
      <vt:lpstr>Concatenation</vt:lpstr>
      <vt:lpstr>Type Coercion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SHUBHAM SINGH</dc:creator>
  <cp:lastModifiedBy>SHUBHAM SINGH</cp:lastModifiedBy>
  <cp:revision>121</cp:revision>
  <dcterms:created xsi:type="dcterms:W3CDTF">2026-05-17T14:38:17Z</dcterms:created>
  <dcterms:modified xsi:type="dcterms:W3CDTF">2026-05-23T12:09:58Z</dcterms:modified>
</cp:coreProperties>
</file>