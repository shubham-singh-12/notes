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9"/>
  </p:notesMasterIdLst>
  <p:handoutMasterIdLst>
    <p:handoutMasterId r:id="rId190"/>
  </p:handoutMasterIdLst>
  <p:sldIdLst>
    <p:sldId id="256" r:id="rId2"/>
    <p:sldId id="286" r:id="rId3"/>
    <p:sldId id="257" r:id="rId4"/>
    <p:sldId id="258" r:id="rId5"/>
    <p:sldId id="261" r:id="rId6"/>
    <p:sldId id="260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3" r:id="rId16"/>
    <p:sldId id="272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7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8" r:id="rId38"/>
    <p:sldId id="297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5" r:id="rId66"/>
    <p:sldId id="326" r:id="rId67"/>
    <p:sldId id="327" r:id="rId68"/>
    <p:sldId id="328" r:id="rId69"/>
    <p:sldId id="329" r:id="rId70"/>
    <p:sldId id="330" r:id="rId71"/>
    <p:sldId id="331" r:id="rId72"/>
    <p:sldId id="332" r:id="rId73"/>
    <p:sldId id="333" r:id="rId74"/>
    <p:sldId id="334" r:id="rId75"/>
    <p:sldId id="335" r:id="rId76"/>
    <p:sldId id="336" r:id="rId77"/>
    <p:sldId id="337" r:id="rId78"/>
    <p:sldId id="338" r:id="rId79"/>
    <p:sldId id="339" r:id="rId80"/>
    <p:sldId id="340" r:id="rId81"/>
    <p:sldId id="341" r:id="rId82"/>
    <p:sldId id="342" r:id="rId83"/>
    <p:sldId id="343" r:id="rId84"/>
    <p:sldId id="344" r:id="rId85"/>
    <p:sldId id="345" r:id="rId86"/>
    <p:sldId id="346" r:id="rId87"/>
    <p:sldId id="347" r:id="rId88"/>
    <p:sldId id="348" r:id="rId89"/>
    <p:sldId id="349" r:id="rId90"/>
    <p:sldId id="350" r:id="rId91"/>
    <p:sldId id="351" r:id="rId92"/>
    <p:sldId id="352" r:id="rId93"/>
    <p:sldId id="353" r:id="rId94"/>
    <p:sldId id="354" r:id="rId95"/>
    <p:sldId id="355" r:id="rId96"/>
    <p:sldId id="356" r:id="rId97"/>
    <p:sldId id="357" r:id="rId98"/>
    <p:sldId id="358" r:id="rId99"/>
    <p:sldId id="359" r:id="rId100"/>
    <p:sldId id="360" r:id="rId101"/>
    <p:sldId id="361" r:id="rId102"/>
    <p:sldId id="362" r:id="rId103"/>
    <p:sldId id="363" r:id="rId104"/>
    <p:sldId id="364" r:id="rId105"/>
    <p:sldId id="365" r:id="rId106"/>
    <p:sldId id="366" r:id="rId107"/>
    <p:sldId id="367" r:id="rId108"/>
    <p:sldId id="368" r:id="rId109"/>
    <p:sldId id="369" r:id="rId110"/>
    <p:sldId id="370" r:id="rId111"/>
    <p:sldId id="371" r:id="rId112"/>
    <p:sldId id="372" r:id="rId113"/>
    <p:sldId id="373" r:id="rId114"/>
    <p:sldId id="374" r:id="rId115"/>
    <p:sldId id="375" r:id="rId116"/>
    <p:sldId id="376" r:id="rId117"/>
    <p:sldId id="377" r:id="rId118"/>
    <p:sldId id="378" r:id="rId119"/>
    <p:sldId id="379" r:id="rId120"/>
    <p:sldId id="380" r:id="rId121"/>
    <p:sldId id="381" r:id="rId122"/>
    <p:sldId id="382" r:id="rId123"/>
    <p:sldId id="383" r:id="rId124"/>
    <p:sldId id="384" r:id="rId125"/>
    <p:sldId id="385" r:id="rId126"/>
    <p:sldId id="386" r:id="rId127"/>
    <p:sldId id="387" r:id="rId128"/>
    <p:sldId id="388" r:id="rId129"/>
    <p:sldId id="389" r:id="rId130"/>
    <p:sldId id="390" r:id="rId131"/>
    <p:sldId id="391" r:id="rId132"/>
    <p:sldId id="392" r:id="rId133"/>
    <p:sldId id="393" r:id="rId134"/>
    <p:sldId id="394" r:id="rId135"/>
    <p:sldId id="395" r:id="rId136"/>
    <p:sldId id="396" r:id="rId137"/>
    <p:sldId id="397" r:id="rId138"/>
    <p:sldId id="398" r:id="rId139"/>
    <p:sldId id="399" r:id="rId140"/>
    <p:sldId id="400" r:id="rId141"/>
    <p:sldId id="401" r:id="rId142"/>
    <p:sldId id="402" r:id="rId143"/>
    <p:sldId id="403" r:id="rId144"/>
    <p:sldId id="404" r:id="rId145"/>
    <p:sldId id="405" r:id="rId146"/>
    <p:sldId id="406" r:id="rId147"/>
    <p:sldId id="407" r:id="rId148"/>
    <p:sldId id="408" r:id="rId149"/>
    <p:sldId id="409" r:id="rId150"/>
    <p:sldId id="410" r:id="rId151"/>
    <p:sldId id="411" r:id="rId152"/>
    <p:sldId id="412" r:id="rId153"/>
    <p:sldId id="413" r:id="rId154"/>
    <p:sldId id="414" r:id="rId155"/>
    <p:sldId id="415" r:id="rId156"/>
    <p:sldId id="416" r:id="rId157"/>
    <p:sldId id="417" r:id="rId158"/>
    <p:sldId id="418" r:id="rId159"/>
    <p:sldId id="419" r:id="rId160"/>
    <p:sldId id="420" r:id="rId161"/>
    <p:sldId id="421" r:id="rId162"/>
    <p:sldId id="422" r:id="rId163"/>
    <p:sldId id="423" r:id="rId164"/>
    <p:sldId id="424" r:id="rId165"/>
    <p:sldId id="425" r:id="rId166"/>
    <p:sldId id="426" r:id="rId167"/>
    <p:sldId id="427" r:id="rId168"/>
    <p:sldId id="428" r:id="rId169"/>
    <p:sldId id="429" r:id="rId170"/>
    <p:sldId id="430" r:id="rId171"/>
    <p:sldId id="431" r:id="rId172"/>
    <p:sldId id="432" r:id="rId173"/>
    <p:sldId id="433" r:id="rId174"/>
    <p:sldId id="434" r:id="rId175"/>
    <p:sldId id="435" r:id="rId176"/>
    <p:sldId id="436" r:id="rId177"/>
    <p:sldId id="437" r:id="rId178"/>
    <p:sldId id="439" r:id="rId179"/>
    <p:sldId id="440" r:id="rId180"/>
    <p:sldId id="441" r:id="rId181"/>
    <p:sldId id="442" r:id="rId182"/>
    <p:sldId id="443" r:id="rId183"/>
    <p:sldId id="444" r:id="rId184"/>
    <p:sldId id="445" r:id="rId185"/>
    <p:sldId id="446" r:id="rId186"/>
    <p:sldId id="447" r:id="rId187"/>
    <p:sldId id="448" r:id="rId1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3" autoAdjust="0"/>
    <p:restoredTop sz="94660"/>
  </p:normalViewPr>
  <p:slideViewPr>
    <p:cSldViewPr snapToGrid="0">
      <p:cViewPr varScale="1">
        <p:scale>
          <a:sx n="49" d="100"/>
          <a:sy n="49" d="100"/>
        </p:scale>
        <p:origin x="77" y="8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handoutMaster" Target="handoutMasters/handout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A9B766-E82F-4E6D-9A7C-2CCD3DD206FB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CD9562E1-6701-4A1F-A4A0-DA5538F2C61F}">
      <dgm:prSet phldrT="[Text]" phldr="0"/>
      <dgm:spPr/>
      <dgm:t>
        <a:bodyPr/>
        <a:lstStyle/>
        <a:p>
          <a:r>
            <a:rPr lang="en-US" dirty="0"/>
            <a:t>Data Type in Java</a:t>
          </a:r>
          <a:endParaRPr lang="en-IN" dirty="0"/>
        </a:p>
      </dgm:t>
    </dgm:pt>
    <dgm:pt modelId="{E6719F2A-024E-4926-85A1-EB7A612D476E}" type="parTrans" cxnId="{CA8CEECF-357C-4924-BA80-F9738803A235}">
      <dgm:prSet/>
      <dgm:spPr/>
      <dgm:t>
        <a:bodyPr/>
        <a:lstStyle/>
        <a:p>
          <a:endParaRPr lang="en-IN"/>
        </a:p>
      </dgm:t>
    </dgm:pt>
    <dgm:pt modelId="{46EF43E2-F905-4686-8706-DE0B301E7813}" type="sibTrans" cxnId="{CA8CEECF-357C-4924-BA80-F9738803A235}">
      <dgm:prSet/>
      <dgm:spPr/>
      <dgm:t>
        <a:bodyPr/>
        <a:lstStyle/>
        <a:p>
          <a:endParaRPr lang="en-IN"/>
        </a:p>
      </dgm:t>
    </dgm:pt>
    <dgm:pt modelId="{E73CEA0C-802B-4256-AC5F-7C166E5BB769}" type="asst">
      <dgm:prSet phldrT="[Text]" phldr="0"/>
      <dgm:spPr/>
      <dgm:t>
        <a:bodyPr/>
        <a:lstStyle/>
        <a:p>
          <a:r>
            <a:rPr lang="en-US" dirty="0"/>
            <a:t>Primitive Data Type</a:t>
          </a:r>
          <a:endParaRPr lang="en-IN" dirty="0"/>
        </a:p>
      </dgm:t>
    </dgm:pt>
    <dgm:pt modelId="{55B65F93-7766-4F0D-9E35-11475A6AC4A9}" type="parTrans" cxnId="{05E43031-AA29-4C0E-9763-8E5128746FFD}">
      <dgm:prSet/>
      <dgm:spPr/>
      <dgm:t>
        <a:bodyPr/>
        <a:lstStyle/>
        <a:p>
          <a:endParaRPr lang="en-IN"/>
        </a:p>
      </dgm:t>
    </dgm:pt>
    <dgm:pt modelId="{6A4E7B57-A9D9-4D71-9E37-0BB402D9B846}" type="sibTrans" cxnId="{05E43031-AA29-4C0E-9763-8E5128746FFD}">
      <dgm:prSet/>
      <dgm:spPr/>
      <dgm:t>
        <a:bodyPr/>
        <a:lstStyle/>
        <a:p>
          <a:endParaRPr lang="en-IN"/>
        </a:p>
      </dgm:t>
    </dgm:pt>
    <dgm:pt modelId="{B3EE89D2-5880-45FB-9EA9-356A2BED54D0}" type="asst">
      <dgm:prSet phldrT="[Text]" phldr="0"/>
      <dgm:spPr/>
      <dgm:t>
        <a:bodyPr/>
        <a:lstStyle/>
        <a:p>
          <a:r>
            <a:rPr lang="en-US" dirty="0"/>
            <a:t>Non-Primitive Data Types</a:t>
          </a:r>
          <a:endParaRPr lang="en-IN" dirty="0"/>
        </a:p>
      </dgm:t>
    </dgm:pt>
    <dgm:pt modelId="{8BD0B454-C0C0-4F80-84B2-3D87C105E64C}" type="parTrans" cxnId="{74A8C432-815D-4B30-B1E5-795A5AB7B1F3}">
      <dgm:prSet/>
      <dgm:spPr/>
      <dgm:t>
        <a:bodyPr/>
        <a:lstStyle/>
        <a:p>
          <a:endParaRPr lang="en-IN"/>
        </a:p>
      </dgm:t>
    </dgm:pt>
    <dgm:pt modelId="{A706861F-4374-47DF-A7E8-DF1C0BB4503A}" type="sibTrans" cxnId="{74A8C432-815D-4B30-B1E5-795A5AB7B1F3}">
      <dgm:prSet/>
      <dgm:spPr/>
      <dgm:t>
        <a:bodyPr/>
        <a:lstStyle/>
        <a:p>
          <a:endParaRPr lang="en-IN"/>
        </a:p>
      </dgm:t>
    </dgm:pt>
    <dgm:pt modelId="{7C6FD1BA-0391-4DBD-9D3A-237B5712D1AB}">
      <dgm:prSet phldrT="[Text]" phldr="0"/>
      <dgm:spPr/>
      <dgm:t>
        <a:bodyPr/>
        <a:lstStyle/>
        <a:p>
          <a:r>
            <a:rPr lang="en-US" dirty="0"/>
            <a:t>Non-Numeric Type</a:t>
          </a:r>
        </a:p>
      </dgm:t>
    </dgm:pt>
    <dgm:pt modelId="{951FBF04-9361-4828-ABD4-00A3593EF6FB}" type="parTrans" cxnId="{E44C15F1-8895-43BD-BBF3-DC7CE8C9718A}">
      <dgm:prSet/>
      <dgm:spPr/>
      <dgm:t>
        <a:bodyPr/>
        <a:lstStyle/>
        <a:p>
          <a:endParaRPr lang="en-IN"/>
        </a:p>
      </dgm:t>
    </dgm:pt>
    <dgm:pt modelId="{3168A686-09AC-460A-A78B-6AF47714790B}" type="sibTrans" cxnId="{E44C15F1-8895-43BD-BBF3-DC7CE8C9718A}">
      <dgm:prSet/>
      <dgm:spPr/>
      <dgm:t>
        <a:bodyPr/>
        <a:lstStyle/>
        <a:p>
          <a:endParaRPr lang="en-IN"/>
        </a:p>
      </dgm:t>
    </dgm:pt>
    <dgm:pt modelId="{23EC6732-66C3-4C6A-9F05-9DFB03E0B7E1}">
      <dgm:prSet phldrT="[Text]" phldr="0"/>
      <dgm:spPr/>
      <dgm:t>
        <a:bodyPr/>
        <a:lstStyle/>
        <a:p>
          <a:r>
            <a:rPr lang="en-US" dirty="0"/>
            <a:t>Numeric Type</a:t>
          </a:r>
          <a:endParaRPr lang="en-IN" dirty="0"/>
        </a:p>
      </dgm:t>
    </dgm:pt>
    <dgm:pt modelId="{CF66AD62-277E-4C6D-B8B0-9546E7384F2D}" type="parTrans" cxnId="{C5056EB1-E2C1-454E-83A8-D3388492D54D}">
      <dgm:prSet/>
      <dgm:spPr/>
      <dgm:t>
        <a:bodyPr/>
        <a:lstStyle/>
        <a:p>
          <a:endParaRPr lang="en-IN"/>
        </a:p>
      </dgm:t>
    </dgm:pt>
    <dgm:pt modelId="{EC56A060-94A2-4566-9CC2-A017DB9EC0EE}" type="sibTrans" cxnId="{C5056EB1-E2C1-454E-83A8-D3388492D54D}">
      <dgm:prSet/>
      <dgm:spPr/>
      <dgm:t>
        <a:bodyPr/>
        <a:lstStyle/>
        <a:p>
          <a:endParaRPr lang="en-IN"/>
        </a:p>
      </dgm:t>
    </dgm:pt>
    <dgm:pt modelId="{DFB19539-23C8-4482-82D2-88E5029A9180}">
      <dgm:prSet phldrT="[Text]" phldr="0"/>
      <dgm:spPr/>
      <dgm:t>
        <a:bodyPr/>
        <a:lstStyle/>
        <a:p>
          <a:r>
            <a:rPr lang="en-US" dirty="0"/>
            <a:t>Boolean</a:t>
          </a:r>
          <a:endParaRPr lang="en-IN" dirty="0"/>
        </a:p>
      </dgm:t>
    </dgm:pt>
    <dgm:pt modelId="{63188C44-34ED-4914-9CDE-6A6FB9261D4A}" type="parTrans" cxnId="{1E75B5DD-D19E-420F-B41C-BB3EC2C975C1}">
      <dgm:prSet/>
      <dgm:spPr/>
      <dgm:t>
        <a:bodyPr/>
        <a:lstStyle/>
        <a:p>
          <a:endParaRPr lang="en-IN"/>
        </a:p>
      </dgm:t>
    </dgm:pt>
    <dgm:pt modelId="{D4ECA234-6048-4C54-A304-17E5240A04EA}" type="sibTrans" cxnId="{1E75B5DD-D19E-420F-B41C-BB3EC2C975C1}">
      <dgm:prSet/>
      <dgm:spPr/>
      <dgm:t>
        <a:bodyPr/>
        <a:lstStyle/>
        <a:p>
          <a:endParaRPr lang="en-IN"/>
        </a:p>
      </dgm:t>
    </dgm:pt>
    <dgm:pt modelId="{CB108B09-C4F1-4A8D-ACFF-6A131CE83AC8}">
      <dgm:prSet phldrT="[Text]" phldr="0"/>
      <dgm:spPr/>
      <dgm:t>
        <a:bodyPr/>
        <a:lstStyle/>
        <a:p>
          <a:r>
            <a:rPr lang="en-US" dirty="0"/>
            <a:t>Char</a:t>
          </a:r>
          <a:endParaRPr lang="en-IN" dirty="0"/>
        </a:p>
      </dgm:t>
    </dgm:pt>
    <dgm:pt modelId="{5CDA9A5C-9B57-416D-9964-52997DD7516F}" type="parTrans" cxnId="{F8AC7C41-E66C-4F77-B2C8-BD021ABECCE4}">
      <dgm:prSet/>
      <dgm:spPr/>
      <dgm:t>
        <a:bodyPr/>
        <a:lstStyle/>
        <a:p>
          <a:endParaRPr lang="en-IN"/>
        </a:p>
      </dgm:t>
    </dgm:pt>
    <dgm:pt modelId="{41E3A9D4-40C6-4446-8371-DCCF07D8C78E}" type="sibTrans" cxnId="{F8AC7C41-E66C-4F77-B2C8-BD021ABECCE4}">
      <dgm:prSet/>
      <dgm:spPr/>
      <dgm:t>
        <a:bodyPr/>
        <a:lstStyle/>
        <a:p>
          <a:endParaRPr lang="en-IN"/>
        </a:p>
      </dgm:t>
    </dgm:pt>
    <dgm:pt modelId="{58D9BCCC-96F2-4B07-9969-CC6F358444C0}">
      <dgm:prSet phldrT="[Text]" phldr="0"/>
      <dgm:spPr/>
      <dgm:t>
        <a:bodyPr/>
        <a:lstStyle/>
        <a:p>
          <a:r>
            <a:rPr lang="en-US" dirty="0"/>
            <a:t>Integer</a:t>
          </a:r>
          <a:endParaRPr lang="en-IN" dirty="0"/>
        </a:p>
      </dgm:t>
    </dgm:pt>
    <dgm:pt modelId="{8D338AF9-72F6-4250-B325-FEFF2030DECA}" type="parTrans" cxnId="{8F749A2E-5C7A-4D55-AF43-2287D1B21EE3}">
      <dgm:prSet/>
      <dgm:spPr/>
      <dgm:t>
        <a:bodyPr/>
        <a:lstStyle/>
        <a:p>
          <a:endParaRPr lang="en-IN"/>
        </a:p>
      </dgm:t>
    </dgm:pt>
    <dgm:pt modelId="{EDA2EB0B-D5E2-4CB7-8B96-1F6D768104A7}" type="sibTrans" cxnId="{8F749A2E-5C7A-4D55-AF43-2287D1B21EE3}">
      <dgm:prSet/>
      <dgm:spPr/>
      <dgm:t>
        <a:bodyPr/>
        <a:lstStyle/>
        <a:p>
          <a:endParaRPr lang="en-IN"/>
        </a:p>
      </dgm:t>
    </dgm:pt>
    <dgm:pt modelId="{AF6459F5-3F92-4E0A-A6D7-2E5BB4B35AC9}">
      <dgm:prSet phldrT="[Text]" phldr="0"/>
      <dgm:spPr/>
      <dgm:t>
        <a:bodyPr/>
        <a:lstStyle/>
        <a:p>
          <a:r>
            <a:rPr lang="en-US" dirty="0"/>
            <a:t>Floating point</a:t>
          </a:r>
          <a:endParaRPr lang="en-IN" dirty="0"/>
        </a:p>
      </dgm:t>
    </dgm:pt>
    <dgm:pt modelId="{B03785DE-89FE-4C1B-95A1-E84DBDCD43EC}" type="parTrans" cxnId="{C6AE251B-C41F-4F67-8986-3880ACB297E9}">
      <dgm:prSet/>
      <dgm:spPr/>
      <dgm:t>
        <a:bodyPr/>
        <a:lstStyle/>
        <a:p>
          <a:endParaRPr lang="en-IN"/>
        </a:p>
      </dgm:t>
    </dgm:pt>
    <dgm:pt modelId="{6B3AA97B-420C-4B4C-8CD3-F3155D1E7BFC}" type="sibTrans" cxnId="{C6AE251B-C41F-4F67-8986-3880ACB297E9}">
      <dgm:prSet/>
      <dgm:spPr/>
      <dgm:t>
        <a:bodyPr/>
        <a:lstStyle/>
        <a:p>
          <a:endParaRPr lang="en-IN"/>
        </a:p>
      </dgm:t>
    </dgm:pt>
    <dgm:pt modelId="{2E5F56BC-EDB6-400C-B451-06DA9A365E4B}">
      <dgm:prSet phldrT="[Text]" phldr="0"/>
      <dgm:spPr/>
      <dgm:t>
        <a:bodyPr/>
        <a:lstStyle/>
        <a:p>
          <a:r>
            <a:rPr lang="en-US" dirty="0"/>
            <a:t>byte</a:t>
          </a:r>
          <a:endParaRPr lang="en-IN" dirty="0"/>
        </a:p>
      </dgm:t>
    </dgm:pt>
    <dgm:pt modelId="{FC3303E4-6178-4AC6-9BCA-A6ED40389ACC}" type="parTrans" cxnId="{9DF43414-E578-44DA-AA79-B17E28C2115F}">
      <dgm:prSet/>
      <dgm:spPr/>
      <dgm:t>
        <a:bodyPr/>
        <a:lstStyle/>
        <a:p>
          <a:endParaRPr lang="en-IN"/>
        </a:p>
      </dgm:t>
    </dgm:pt>
    <dgm:pt modelId="{5106481C-B077-4C38-9F9E-C48B6482C852}" type="sibTrans" cxnId="{9DF43414-E578-44DA-AA79-B17E28C2115F}">
      <dgm:prSet/>
      <dgm:spPr/>
      <dgm:t>
        <a:bodyPr/>
        <a:lstStyle/>
        <a:p>
          <a:endParaRPr lang="en-IN"/>
        </a:p>
      </dgm:t>
    </dgm:pt>
    <dgm:pt modelId="{F3A9E153-22C1-40FD-9565-D6EA62FD48D7}">
      <dgm:prSet phldrT="[Text]" phldr="0"/>
      <dgm:spPr/>
      <dgm:t>
        <a:bodyPr/>
        <a:lstStyle/>
        <a:p>
          <a:r>
            <a:rPr lang="en-US" dirty="0"/>
            <a:t>short</a:t>
          </a:r>
          <a:endParaRPr lang="en-IN" dirty="0"/>
        </a:p>
      </dgm:t>
    </dgm:pt>
    <dgm:pt modelId="{70FEC999-A954-4BB8-ABF0-4BCC3B447242}" type="parTrans" cxnId="{E786126E-4016-47DD-9401-8D5D617B2E43}">
      <dgm:prSet/>
      <dgm:spPr/>
      <dgm:t>
        <a:bodyPr/>
        <a:lstStyle/>
        <a:p>
          <a:endParaRPr lang="en-IN"/>
        </a:p>
      </dgm:t>
    </dgm:pt>
    <dgm:pt modelId="{9409114F-905D-4A90-B530-B406F2FB60F2}" type="sibTrans" cxnId="{E786126E-4016-47DD-9401-8D5D617B2E43}">
      <dgm:prSet/>
      <dgm:spPr/>
      <dgm:t>
        <a:bodyPr/>
        <a:lstStyle/>
        <a:p>
          <a:endParaRPr lang="en-IN"/>
        </a:p>
      </dgm:t>
    </dgm:pt>
    <dgm:pt modelId="{73877263-8C2B-49AD-B22B-E5BF1BAFAE63}">
      <dgm:prSet phldrT="[Text]" phldr="0"/>
      <dgm:spPr/>
      <dgm:t>
        <a:bodyPr/>
        <a:lstStyle/>
        <a:p>
          <a:r>
            <a:rPr lang="en-US" dirty="0"/>
            <a:t>int</a:t>
          </a:r>
          <a:endParaRPr lang="en-IN" dirty="0"/>
        </a:p>
      </dgm:t>
    </dgm:pt>
    <dgm:pt modelId="{4F736BED-D2DA-47CA-8712-B0B87DFB391B}" type="parTrans" cxnId="{18EA6D2C-DD78-4DD8-BEAA-81C6AACCFC98}">
      <dgm:prSet/>
      <dgm:spPr/>
      <dgm:t>
        <a:bodyPr/>
        <a:lstStyle/>
        <a:p>
          <a:endParaRPr lang="en-IN"/>
        </a:p>
      </dgm:t>
    </dgm:pt>
    <dgm:pt modelId="{94B5C345-7982-4AF1-92E0-99996A845209}" type="sibTrans" cxnId="{18EA6D2C-DD78-4DD8-BEAA-81C6AACCFC98}">
      <dgm:prSet/>
      <dgm:spPr/>
      <dgm:t>
        <a:bodyPr/>
        <a:lstStyle/>
        <a:p>
          <a:endParaRPr lang="en-IN"/>
        </a:p>
      </dgm:t>
    </dgm:pt>
    <dgm:pt modelId="{4D3203D4-8650-49CD-9C35-07747477264D}">
      <dgm:prSet phldrT="[Text]" phldr="0"/>
      <dgm:spPr/>
      <dgm:t>
        <a:bodyPr/>
        <a:lstStyle/>
        <a:p>
          <a:r>
            <a:rPr lang="en-US" dirty="0"/>
            <a:t>long</a:t>
          </a:r>
          <a:endParaRPr lang="en-IN" dirty="0"/>
        </a:p>
      </dgm:t>
    </dgm:pt>
    <dgm:pt modelId="{90269619-320C-4235-9611-765E18B54A1B}" type="parTrans" cxnId="{BD372B41-AB79-4017-8156-0A5610E7EFE2}">
      <dgm:prSet/>
      <dgm:spPr/>
      <dgm:t>
        <a:bodyPr/>
        <a:lstStyle/>
        <a:p>
          <a:endParaRPr lang="en-IN"/>
        </a:p>
      </dgm:t>
    </dgm:pt>
    <dgm:pt modelId="{4F58E01A-E82B-4D53-936D-73E319E1CE79}" type="sibTrans" cxnId="{BD372B41-AB79-4017-8156-0A5610E7EFE2}">
      <dgm:prSet/>
      <dgm:spPr/>
      <dgm:t>
        <a:bodyPr/>
        <a:lstStyle/>
        <a:p>
          <a:endParaRPr lang="en-IN"/>
        </a:p>
      </dgm:t>
    </dgm:pt>
    <dgm:pt modelId="{68C8D231-3F68-463E-8AD2-59F4892E6DFC}">
      <dgm:prSet phldrT="[Text]" phldr="0"/>
      <dgm:spPr/>
      <dgm:t>
        <a:bodyPr/>
        <a:lstStyle/>
        <a:p>
          <a:r>
            <a:rPr lang="en-US" dirty="0"/>
            <a:t>Float</a:t>
          </a:r>
          <a:endParaRPr lang="en-IN" dirty="0"/>
        </a:p>
      </dgm:t>
    </dgm:pt>
    <dgm:pt modelId="{B485FA92-C468-4B4F-AB92-C60809F5BB88}" type="parTrans" cxnId="{27212D28-3B99-4220-A116-AD5CEC55ABD0}">
      <dgm:prSet/>
      <dgm:spPr/>
      <dgm:t>
        <a:bodyPr/>
        <a:lstStyle/>
        <a:p>
          <a:endParaRPr lang="en-IN"/>
        </a:p>
      </dgm:t>
    </dgm:pt>
    <dgm:pt modelId="{08971B54-5F06-4DFC-AC98-8EC1D2AB75E6}" type="sibTrans" cxnId="{27212D28-3B99-4220-A116-AD5CEC55ABD0}">
      <dgm:prSet/>
      <dgm:spPr/>
      <dgm:t>
        <a:bodyPr/>
        <a:lstStyle/>
        <a:p>
          <a:endParaRPr lang="en-IN"/>
        </a:p>
      </dgm:t>
    </dgm:pt>
    <dgm:pt modelId="{8788FA38-3200-478B-BBAE-89D195017A70}">
      <dgm:prSet phldrT="[Text]" phldr="0"/>
      <dgm:spPr/>
      <dgm:t>
        <a:bodyPr/>
        <a:lstStyle/>
        <a:p>
          <a:r>
            <a:rPr lang="en-US" dirty="0"/>
            <a:t>double</a:t>
          </a:r>
          <a:endParaRPr lang="en-IN" dirty="0"/>
        </a:p>
      </dgm:t>
    </dgm:pt>
    <dgm:pt modelId="{F802F5DC-7AEF-4236-A5C4-1EC2443DBE75}" type="parTrans" cxnId="{B3641424-3B61-43F0-9A17-43250A9E58D5}">
      <dgm:prSet/>
      <dgm:spPr/>
      <dgm:t>
        <a:bodyPr/>
        <a:lstStyle/>
        <a:p>
          <a:endParaRPr lang="en-IN"/>
        </a:p>
      </dgm:t>
    </dgm:pt>
    <dgm:pt modelId="{988F0B0A-C0D2-4B0D-9530-6915DEC6E1A6}" type="sibTrans" cxnId="{B3641424-3B61-43F0-9A17-43250A9E58D5}">
      <dgm:prSet/>
      <dgm:spPr/>
      <dgm:t>
        <a:bodyPr/>
        <a:lstStyle/>
        <a:p>
          <a:endParaRPr lang="en-IN"/>
        </a:p>
      </dgm:t>
    </dgm:pt>
    <dgm:pt modelId="{3A89191D-48F2-4CB7-9BEF-7806C7284CF7}">
      <dgm:prSet phldrT="[Text]" phldr="0"/>
      <dgm:spPr/>
      <dgm:t>
        <a:bodyPr/>
        <a:lstStyle/>
        <a:p>
          <a:r>
            <a:rPr lang="en-US" dirty="0"/>
            <a:t>String</a:t>
          </a:r>
          <a:endParaRPr lang="en-IN" dirty="0"/>
        </a:p>
      </dgm:t>
    </dgm:pt>
    <dgm:pt modelId="{E847D60E-FC1C-4DDB-A6CF-9CE9C760146D}" type="parTrans" cxnId="{11676FAF-BFF7-4A4C-A87D-63CFAEB7067B}">
      <dgm:prSet/>
      <dgm:spPr/>
      <dgm:t>
        <a:bodyPr/>
        <a:lstStyle/>
        <a:p>
          <a:endParaRPr lang="en-IN"/>
        </a:p>
      </dgm:t>
    </dgm:pt>
    <dgm:pt modelId="{0DEB1AAF-FD02-47D5-97DF-3C9CE4B52858}" type="sibTrans" cxnId="{11676FAF-BFF7-4A4C-A87D-63CFAEB7067B}">
      <dgm:prSet/>
      <dgm:spPr/>
      <dgm:t>
        <a:bodyPr/>
        <a:lstStyle/>
        <a:p>
          <a:endParaRPr lang="en-IN"/>
        </a:p>
      </dgm:t>
    </dgm:pt>
    <dgm:pt modelId="{AB002190-A950-403F-8AE9-E380447F84A0}">
      <dgm:prSet phldrT="[Text]" phldr="0"/>
      <dgm:spPr/>
      <dgm:t>
        <a:bodyPr/>
        <a:lstStyle/>
        <a:p>
          <a:r>
            <a:rPr lang="en-US" dirty="0"/>
            <a:t>Array</a:t>
          </a:r>
          <a:endParaRPr lang="en-IN" dirty="0"/>
        </a:p>
      </dgm:t>
    </dgm:pt>
    <dgm:pt modelId="{D88ECED7-E2B2-4D95-923B-0929D4E3C848}" type="parTrans" cxnId="{1F159762-DA0C-4B9A-A828-0056C0B77C1B}">
      <dgm:prSet/>
      <dgm:spPr/>
      <dgm:t>
        <a:bodyPr/>
        <a:lstStyle/>
        <a:p>
          <a:endParaRPr lang="en-IN"/>
        </a:p>
      </dgm:t>
    </dgm:pt>
    <dgm:pt modelId="{42F2E172-0AD1-4664-BFB4-4D713A563247}" type="sibTrans" cxnId="{1F159762-DA0C-4B9A-A828-0056C0B77C1B}">
      <dgm:prSet/>
      <dgm:spPr/>
      <dgm:t>
        <a:bodyPr/>
        <a:lstStyle/>
        <a:p>
          <a:endParaRPr lang="en-IN"/>
        </a:p>
      </dgm:t>
    </dgm:pt>
    <dgm:pt modelId="{B085EB5E-7E57-4F52-B802-D35D77828B0F}">
      <dgm:prSet phldrT="[Text]" phldr="0"/>
      <dgm:spPr/>
      <dgm:t>
        <a:bodyPr/>
        <a:lstStyle/>
        <a:p>
          <a:r>
            <a:rPr lang="en-US" dirty="0"/>
            <a:t>etc.</a:t>
          </a:r>
          <a:endParaRPr lang="en-IN" dirty="0"/>
        </a:p>
      </dgm:t>
    </dgm:pt>
    <dgm:pt modelId="{9F603786-9E28-4461-A38C-06EF3B10792E}" type="parTrans" cxnId="{E66DA7F2-660B-4CAB-9437-6A6A46A103DC}">
      <dgm:prSet/>
      <dgm:spPr/>
      <dgm:t>
        <a:bodyPr/>
        <a:lstStyle/>
        <a:p>
          <a:endParaRPr lang="en-IN"/>
        </a:p>
      </dgm:t>
    </dgm:pt>
    <dgm:pt modelId="{9D0726C6-2D26-4E6D-867A-E8FD0AB16B52}" type="sibTrans" cxnId="{E66DA7F2-660B-4CAB-9437-6A6A46A103DC}">
      <dgm:prSet/>
      <dgm:spPr/>
      <dgm:t>
        <a:bodyPr/>
        <a:lstStyle/>
        <a:p>
          <a:endParaRPr lang="en-IN"/>
        </a:p>
      </dgm:t>
    </dgm:pt>
    <dgm:pt modelId="{53CB5A3E-BBE7-46E8-8656-BCDB778FA5D8}" type="pres">
      <dgm:prSet presAssocID="{83A9B766-E82F-4E6D-9A7C-2CCD3DD206F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B5B5776-8B82-4FA5-B4A7-FBA9581ED99D}" type="pres">
      <dgm:prSet presAssocID="{CD9562E1-6701-4A1F-A4A0-DA5538F2C61F}" presName="hierRoot1" presStyleCnt="0"/>
      <dgm:spPr/>
    </dgm:pt>
    <dgm:pt modelId="{9AA22F83-A2E1-4F4A-95C9-3E67FF6ED9DC}" type="pres">
      <dgm:prSet presAssocID="{CD9562E1-6701-4A1F-A4A0-DA5538F2C61F}" presName="composite" presStyleCnt="0"/>
      <dgm:spPr/>
    </dgm:pt>
    <dgm:pt modelId="{E1A2FD4D-E079-432C-BC8E-CEFDF2DDCFC3}" type="pres">
      <dgm:prSet presAssocID="{CD9562E1-6701-4A1F-A4A0-DA5538F2C61F}" presName="background" presStyleLbl="node0" presStyleIdx="0" presStyleCnt="1"/>
      <dgm:spPr/>
    </dgm:pt>
    <dgm:pt modelId="{4CC5A43B-56F2-4345-86A0-B986F6686AC3}" type="pres">
      <dgm:prSet presAssocID="{CD9562E1-6701-4A1F-A4A0-DA5538F2C61F}" presName="text" presStyleLbl="fgAcc0" presStyleIdx="0" presStyleCnt="1">
        <dgm:presLayoutVars>
          <dgm:chPref val="3"/>
        </dgm:presLayoutVars>
      </dgm:prSet>
      <dgm:spPr/>
    </dgm:pt>
    <dgm:pt modelId="{79A723B9-9759-4850-A8F2-30F1DA1920D3}" type="pres">
      <dgm:prSet presAssocID="{CD9562E1-6701-4A1F-A4A0-DA5538F2C61F}" presName="hierChild2" presStyleCnt="0"/>
      <dgm:spPr/>
    </dgm:pt>
    <dgm:pt modelId="{5FC7E29D-2ED9-4C02-91C3-CD356FF6983B}" type="pres">
      <dgm:prSet presAssocID="{55B65F93-7766-4F0D-9E35-11475A6AC4A9}" presName="Name10" presStyleLbl="parChTrans1D2" presStyleIdx="0" presStyleCnt="2"/>
      <dgm:spPr/>
    </dgm:pt>
    <dgm:pt modelId="{A07DC863-698F-44CA-B53F-024EF116AD8D}" type="pres">
      <dgm:prSet presAssocID="{E73CEA0C-802B-4256-AC5F-7C166E5BB769}" presName="hierRoot2" presStyleCnt="0"/>
      <dgm:spPr/>
    </dgm:pt>
    <dgm:pt modelId="{5349BA13-2125-4BE1-A233-183D803E3677}" type="pres">
      <dgm:prSet presAssocID="{E73CEA0C-802B-4256-AC5F-7C166E5BB769}" presName="composite2" presStyleCnt="0"/>
      <dgm:spPr/>
    </dgm:pt>
    <dgm:pt modelId="{8B1F42BA-D28F-4F31-B04F-95F8DD7C5C49}" type="pres">
      <dgm:prSet presAssocID="{E73CEA0C-802B-4256-AC5F-7C166E5BB769}" presName="background2" presStyleLbl="asst1" presStyleIdx="0" presStyleCnt="2"/>
      <dgm:spPr/>
    </dgm:pt>
    <dgm:pt modelId="{32A24C73-C196-4A1F-96BF-1D3DF4613B2D}" type="pres">
      <dgm:prSet presAssocID="{E73CEA0C-802B-4256-AC5F-7C166E5BB769}" presName="text2" presStyleLbl="fgAcc2" presStyleIdx="0" presStyleCnt="2">
        <dgm:presLayoutVars>
          <dgm:chPref val="3"/>
        </dgm:presLayoutVars>
      </dgm:prSet>
      <dgm:spPr/>
    </dgm:pt>
    <dgm:pt modelId="{53ACE19C-48D9-4993-A8AE-7480C37DC5BF}" type="pres">
      <dgm:prSet presAssocID="{E73CEA0C-802B-4256-AC5F-7C166E5BB769}" presName="hierChild3" presStyleCnt="0"/>
      <dgm:spPr/>
    </dgm:pt>
    <dgm:pt modelId="{6F553E65-117C-4566-B0AC-73E652F9B66C}" type="pres">
      <dgm:prSet presAssocID="{951FBF04-9361-4828-ABD4-00A3593EF6FB}" presName="Name17" presStyleLbl="parChTrans1D3" presStyleIdx="0" presStyleCnt="5"/>
      <dgm:spPr/>
    </dgm:pt>
    <dgm:pt modelId="{33A328AB-ED20-4CF4-87B6-A7AD08CC18AD}" type="pres">
      <dgm:prSet presAssocID="{7C6FD1BA-0391-4DBD-9D3A-237B5712D1AB}" presName="hierRoot3" presStyleCnt="0"/>
      <dgm:spPr/>
    </dgm:pt>
    <dgm:pt modelId="{BF48CAF0-CE2B-44CC-98EC-3DC3D95FB2E0}" type="pres">
      <dgm:prSet presAssocID="{7C6FD1BA-0391-4DBD-9D3A-237B5712D1AB}" presName="composite3" presStyleCnt="0"/>
      <dgm:spPr/>
    </dgm:pt>
    <dgm:pt modelId="{8CF3D4CD-BA50-4177-9BFE-BD654570C2B3}" type="pres">
      <dgm:prSet presAssocID="{7C6FD1BA-0391-4DBD-9D3A-237B5712D1AB}" presName="background3" presStyleLbl="node3" presStyleIdx="0" presStyleCnt="5"/>
      <dgm:spPr/>
    </dgm:pt>
    <dgm:pt modelId="{C6B54988-9A9A-4625-9079-B31627601C86}" type="pres">
      <dgm:prSet presAssocID="{7C6FD1BA-0391-4DBD-9D3A-237B5712D1AB}" presName="text3" presStyleLbl="fgAcc3" presStyleIdx="0" presStyleCnt="5">
        <dgm:presLayoutVars>
          <dgm:chPref val="3"/>
        </dgm:presLayoutVars>
      </dgm:prSet>
      <dgm:spPr/>
    </dgm:pt>
    <dgm:pt modelId="{BE2984F1-D7B2-42C4-AA60-04BEFCD115FF}" type="pres">
      <dgm:prSet presAssocID="{7C6FD1BA-0391-4DBD-9D3A-237B5712D1AB}" presName="hierChild4" presStyleCnt="0"/>
      <dgm:spPr/>
    </dgm:pt>
    <dgm:pt modelId="{56DC5AD7-FB13-4E17-B6CB-DAE445AF29D0}" type="pres">
      <dgm:prSet presAssocID="{63188C44-34ED-4914-9CDE-6A6FB9261D4A}" presName="Name23" presStyleLbl="parChTrans1D4" presStyleIdx="0" presStyleCnt="10"/>
      <dgm:spPr/>
    </dgm:pt>
    <dgm:pt modelId="{13FBEED0-9C55-43CC-B142-077E28AE0EF9}" type="pres">
      <dgm:prSet presAssocID="{DFB19539-23C8-4482-82D2-88E5029A9180}" presName="hierRoot4" presStyleCnt="0"/>
      <dgm:spPr/>
    </dgm:pt>
    <dgm:pt modelId="{E9835B5E-FBBA-4B9B-ADC8-252F40E5A038}" type="pres">
      <dgm:prSet presAssocID="{DFB19539-23C8-4482-82D2-88E5029A9180}" presName="composite4" presStyleCnt="0"/>
      <dgm:spPr/>
    </dgm:pt>
    <dgm:pt modelId="{765CE61E-1A9B-4B8B-8DFC-C30DF48098E1}" type="pres">
      <dgm:prSet presAssocID="{DFB19539-23C8-4482-82D2-88E5029A9180}" presName="background4" presStyleLbl="node4" presStyleIdx="0" presStyleCnt="10"/>
      <dgm:spPr/>
    </dgm:pt>
    <dgm:pt modelId="{9A677D29-F4EA-45AB-AAF8-015FAC541113}" type="pres">
      <dgm:prSet presAssocID="{DFB19539-23C8-4482-82D2-88E5029A9180}" presName="text4" presStyleLbl="fgAcc4" presStyleIdx="0" presStyleCnt="10">
        <dgm:presLayoutVars>
          <dgm:chPref val="3"/>
        </dgm:presLayoutVars>
      </dgm:prSet>
      <dgm:spPr/>
    </dgm:pt>
    <dgm:pt modelId="{FB9DB824-F3CE-4CFD-9092-53A220545A75}" type="pres">
      <dgm:prSet presAssocID="{DFB19539-23C8-4482-82D2-88E5029A9180}" presName="hierChild5" presStyleCnt="0"/>
      <dgm:spPr/>
    </dgm:pt>
    <dgm:pt modelId="{2FD1F50C-2E1D-4EE0-A08C-BC64F849A5B4}" type="pres">
      <dgm:prSet presAssocID="{5CDA9A5C-9B57-416D-9964-52997DD7516F}" presName="Name23" presStyleLbl="parChTrans1D4" presStyleIdx="1" presStyleCnt="10"/>
      <dgm:spPr/>
    </dgm:pt>
    <dgm:pt modelId="{4F5C5CA1-3AA4-4E36-A040-3A9E0B3620B7}" type="pres">
      <dgm:prSet presAssocID="{CB108B09-C4F1-4A8D-ACFF-6A131CE83AC8}" presName="hierRoot4" presStyleCnt="0"/>
      <dgm:spPr/>
    </dgm:pt>
    <dgm:pt modelId="{D33D4A8D-5385-4AEF-898C-80C32855539D}" type="pres">
      <dgm:prSet presAssocID="{CB108B09-C4F1-4A8D-ACFF-6A131CE83AC8}" presName="composite4" presStyleCnt="0"/>
      <dgm:spPr/>
    </dgm:pt>
    <dgm:pt modelId="{C5690DF6-9B90-49FA-8D8C-38AF83032CCF}" type="pres">
      <dgm:prSet presAssocID="{CB108B09-C4F1-4A8D-ACFF-6A131CE83AC8}" presName="background4" presStyleLbl="node4" presStyleIdx="1" presStyleCnt="10"/>
      <dgm:spPr/>
    </dgm:pt>
    <dgm:pt modelId="{91273CFD-ED7A-4F05-AE4A-B3B62DA98C3A}" type="pres">
      <dgm:prSet presAssocID="{CB108B09-C4F1-4A8D-ACFF-6A131CE83AC8}" presName="text4" presStyleLbl="fgAcc4" presStyleIdx="1" presStyleCnt="10">
        <dgm:presLayoutVars>
          <dgm:chPref val="3"/>
        </dgm:presLayoutVars>
      </dgm:prSet>
      <dgm:spPr/>
    </dgm:pt>
    <dgm:pt modelId="{2A456726-AE99-4586-9C8E-95C78D755AE5}" type="pres">
      <dgm:prSet presAssocID="{CB108B09-C4F1-4A8D-ACFF-6A131CE83AC8}" presName="hierChild5" presStyleCnt="0"/>
      <dgm:spPr/>
    </dgm:pt>
    <dgm:pt modelId="{1E9C5B75-0B74-4222-AAA0-204BE6EFC088}" type="pres">
      <dgm:prSet presAssocID="{CF66AD62-277E-4C6D-B8B0-9546E7384F2D}" presName="Name17" presStyleLbl="parChTrans1D3" presStyleIdx="1" presStyleCnt="5"/>
      <dgm:spPr/>
    </dgm:pt>
    <dgm:pt modelId="{8F07DE5A-03E2-44D1-B7A6-29557743239A}" type="pres">
      <dgm:prSet presAssocID="{23EC6732-66C3-4C6A-9F05-9DFB03E0B7E1}" presName="hierRoot3" presStyleCnt="0"/>
      <dgm:spPr/>
    </dgm:pt>
    <dgm:pt modelId="{EB1B1177-5FD2-4C40-9B9B-47C15C6ECFE1}" type="pres">
      <dgm:prSet presAssocID="{23EC6732-66C3-4C6A-9F05-9DFB03E0B7E1}" presName="composite3" presStyleCnt="0"/>
      <dgm:spPr/>
    </dgm:pt>
    <dgm:pt modelId="{8B521BCF-E953-42EB-9149-7ABC73AAAA29}" type="pres">
      <dgm:prSet presAssocID="{23EC6732-66C3-4C6A-9F05-9DFB03E0B7E1}" presName="background3" presStyleLbl="node3" presStyleIdx="1" presStyleCnt="5"/>
      <dgm:spPr/>
    </dgm:pt>
    <dgm:pt modelId="{F5121BE6-8F48-4EEF-9D60-3E8A280FAC52}" type="pres">
      <dgm:prSet presAssocID="{23EC6732-66C3-4C6A-9F05-9DFB03E0B7E1}" presName="text3" presStyleLbl="fgAcc3" presStyleIdx="1" presStyleCnt="5">
        <dgm:presLayoutVars>
          <dgm:chPref val="3"/>
        </dgm:presLayoutVars>
      </dgm:prSet>
      <dgm:spPr/>
    </dgm:pt>
    <dgm:pt modelId="{CE3B677C-0C19-4DF5-B0D6-F97CC27D0ADC}" type="pres">
      <dgm:prSet presAssocID="{23EC6732-66C3-4C6A-9F05-9DFB03E0B7E1}" presName="hierChild4" presStyleCnt="0"/>
      <dgm:spPr/>
    </dgm:pt>
    <dgm:pt modelId="{17872451-DBEC-43A2-BEA0-ED7249E0AB71}" type="pres">
      <dgm:prSet presAssocID="{8D338AF9-72F6-4250-B325-FEFF2030DECA}" presName="Name23" presStyleLbl="parChTrans1D4" presStyleIdx="2" presStyleCnt="10"/>
      <dgm:spPr/>
    </dgm:pt>
    <dgm:pt modelId="{F0C7E435-AF08-40B0-8E2D-36862C0EFC1E}" type="pres">
      <dgm:prSet presAssocID="{58D9BCCC-96F2-4B07-9969-CC6F358444C0}" presName="hierRoot4" presStyleCnt="0"/>
      <dgm:spPr/>
    </dgm:pt>
    <dgm:pt modelId="{3C4987F7-7BD7-4ABF-95CE-B5BBE8CD1D12}" type="pres">
      <dgm:prSet presAssocID="{58D9BCCC-96F2-4B07-9969-CC6F358444C0}" presName="composite4" presStyleCnt="0"/>
      <dgm:spPr/>
    </dgm:pt>
    <dgm:pt modelId="{F2FC90B9-5DC6-4E56-9EF3-CC4E9870D600}" type="pres">
      <dgm:prSet presAssocID="{58D9BCCC-96F2-4B07-9969-CC6F358444C0}" presName="background4" presStyleLbl="node4" presStyleIdx="2" presStyleCnt="10"/>
      <dgm:spPr/>
    </dgm:pt>
    <dgm:pt modelId="{DB843513-E564-4001-BB4A-EB69A1C8A6D7}" type="pres">
      <dgm:prSet presAssocID="{58D9BCCC-96F2-4B07-9969-CC6F358444C0}" presName="text4" presStyleLbl="fgAcc4" presStyleIdx="2" presStyleCnt="10">
        <dgm:presLayoutVars>
          <dgm:chPref val="3"/>
        </dgm:presLayoutVars>
      </dgm:prSet>
      <dgm:spPr/>
    </dgm:pt>
    <dgm:pt modelId="{B6A6B057-406E-4B2E-8630-230A7226E11A}" type="pres">
      <dgm:prSet presAssocID="{58D9BCCC-96F2-4B07-9969-CC6F358444C0}" presName="hierChild5" presStyleCnt="0"/>
      <dgm:spPr/>
    </dgm:pt>
    <dgm:pt modelId="{E2180508-95AE-4845-952F-A19BE7F7C893}" type="pres">
      <dgm:prSet presAssocID="{FC3303E4-6178-4AC6-9BCA-A6ED40389ACC}" presName="Name23" presStyleLbl="parChTrans1D4" presStyleIdx="3" presStyleCnt="10"/>
      <dgm:spPr/>
    </dgm:pt>
    <dgm:pt modelId="{0C867E0A-559A-43DF-888C-D49BFB6DDA97}" type="pres">
      <dgm:prSet presAssocID="{2E5F56BC-EDB6-400C-B451-06DA9A365E4B}" presName="hierRoot4" presStyleCnt="0"/>
      <dgm:spPr/>
    </dgm:pt>
    <dgm:pt modelId="{DBDAC7C5-2637-46EB-8A11-CF067229432A}" type="pres">
      <dgm:prSet presAssocID="{2E5F56BC-EDB6-400C-B451-06DA9A365E4B}" presName="composite4" presStyleCnt="0"/>
      <dgm:spPr/>
    </dgm:pt>
    <dgm:pt modelId="{1AC4B491-A195-41A5-917E-908B69F2790A}" type="pres">
      <dgm:prSet presAssocID="{2E5F56BC-EDB6-400C-B451-06DA9A365E4B}" presName="background4" presStyleLbl="node4" presStyleIdx="3" presStyleCnt="10"/>
      <dgm:spPr/>
    </dgm:pt>
    <dgm:pt modelId="{F9B10EB1-49F0-4E00-A7BA-AA88519FAD97}" type="pres">
      <dgm:prSet presAssocID="{2E5F56BC-EDB6-400C-B451-06DA9A365E4B}" presName="text4" presStyleLbl="fgAcc4" presStyleIdx="3" presStyleCnt="10">
        <dgm:presLayoutVars>
          <dgm:chPref val="3"/>
        </dgm:presLayoutVars>
      </dgm:prSet>
      <dgm:spPr/>
    </dgm:pt>
    <dgm:pt modelId="{C681637D-0360-4B07-8258-1A0194F9484E}" type="pres">
      <dgm:prSet presAssocID="{2E5F56BC-EDB6-400C-B451-06DA9A365E4B}" presName="hierChild5" presStyleCnt="0"/>
      <dgm:spPr/>
    </dgm:pt>
    <dgm:pt modelId="{A1477ECB-5E46-427C-8B97-90382B64B52D}" type="pres">
      <dgm:prSet presAssocID="{70FEC999-A954-4BB8-ABF0-4BCC3B447242}" presName="Name23" presStyleLbl="parChTrans1D4" presStyleIdx="4" presStyleCnt="10"/>
      <dgm:spPr/>
    </dgm:pt>
    <dgm:pt modelId="{4480B0E5-6046-4B84-A166-20125850C817}" type="pres">
      <dgm:prSet presAssocID="{F3A9E153-22C1-40FD-9565-D6EA62FD48D7}" presName="hierRoot4" presStyleCnt="0"/>
      <dgm:spPr/>
    </dgm:pt>
    <dgm:pt modelId="{06898AC2-7B11-49EA-A5B8-6835EDF756CC}" type="pres">
      <dgm:prSet presAssocID="{F3A9E153-22C1-40FD-9565-D6EA62FD48D7}" presName="composite4" presStyleCnt="0"/>
      <dgm:spPr/>
    </dgm:pt>
    <dgm:pt modelId="{9533C498-EFFA-4735-8995-B2E8B16190DD}" type="pres">
      <dgm:prSet presAssocID="{F3A9E153-22C1-40FD-9565-D6EA62FD48D7}" presName="background4" presStyleLbl="node4" presStyleIdx="4" presStyleCnt="10"/>
      <dgm:spPr/>
    </dgm:pt>
    <dgm:pt modelId="{8DA80919-9216-4623-9C4D-50F30FFA28EE}" type="pres">
      <dgm:prSet presAssocID="{F3A9E153-22C1-40FD-9565-D6EA62FD48D7}" presName="text4" presStyleLbl="fgAcc4" presStyleIdx="4" presStyleCnt="10">
        <dgm:presLayoutVars>
          <dgm:chPref val="3"/>
        </dgm:presLayoutVars>
      </dgm:prSet>
      <dgm:spPr/>
    </dgm:pt>
    <dgm:pt modelId="{F8E77A1A-4DFA-4DC1-BBD1-D6D4B3B143A7}" type="pres">
      <dgm:prSet presAssocID="{F3A9E153-22C1-40FD-9565-D6EA62FD48D7}" presName="hierChild5" presStyleCnt="0"/>
      <dgm:spPr/>
    </dgm:pt>
    <dgm:pt modelId="{E79C78B3-CCF8-4757-BB89-026F0626D223}" type="pres">
      <dgm:prSet presAssocID="{4F736BED-D2DA-47CA-8712-B0B87DFB391B}" presName="Name23" presStyleLbl="parChTrans1D4" presStyleIdx="5" presStyleCnt="10"/>
      <dgm:spPr/>
    </dgm:pt>
    <dgm:pt modelId="{56200A6C-5C78-4A5E-9AED-7B667DB51BCD}" type="pres">
      <dgm:prSet presAssocID="{73877263-8C2B-49AD-B22B-E5BF1BAFAE63}" presName="hierRoot4" presStyleCnt="0"/>
      <dgm:spPr/>
    </dgm:pt>
    <dgm:pt modelId="{B2CAFA8E-266F-4F0C-878D-75B19B03E57C}" type="pres">
      <dgm:prSet presAssocID="{73877263-8C2B-49AD-B22B-E5BF1BAFAE63}" presName="composite4" presStyleCnt="0"/>
      <dgm:spPr/>
    </dgm:pt>
    <dgm:pt modelId="{8D9B8EC6-3171-4741-A7BD-B4B0E20DE8B7}" type="pres">
      <dgm:prSet presAssocID="{73877263-8C2B-49AD-B22B-E5BF1BAFAE63}" presName="background4" presStyleLbl="node4" presStyleIdx="5" presStyleCnt="10"/>
      <dgm:spPr/>
    </dgm:pt>
    <dgm:pt modelId="{C7225CE6-A4C8-443B-9D31-9246C4344CFF}" type="pres">
      <dgm:prSet presAssocID="{73877263-8C2B-49AD-B22B-E5BF1BAFAE63}" presName="text4" presStyleLbl="fgAcc4" presStyleIdx="5" presStyleCnt="10">
        <dgm:presLayoutVars>
          <dgm:chPref val="3"/>
        </dgm:presLayoutVars>
      </dgm:prSet>
      <dgm:spPr/>
    </dgm:pt>
    <dgm:pt modelId="{B0C4C0BD-CE50-44C4-B7F2-C7B5F214337E}" type="pres">
      <dgm:prSet presAssocID="{73877263-8C2B-49AD-B22B-E5BF1BAFAE63}" presName="hierChild5" presStyleCnt="0"/>
      <dgm:spPr/>
    </dgm:pt>
    <dgm:pt modelId="{DD790CF4-5262-4A38-9330-B68CEE6CACC2}" type="pres">
      <dgm:prSet presAssocID="{90269619-320C-4235-9611-765E18B54A1B}" presName="Name23" presStyleLbl="parChTrans1D4" presStyleIdx="6" presStyleCnt="10"/>
      <dgm:spPr/>
    </dgm:pt>
    <dgm:pt modelId="{8C6AF5A7-C573-4969-8CE6-6FCA99AE7195}" type="pres">
      <dgm:prSet presAssocID="{4D3203D4-8650-49CD-9C35-07747477264D}" presName="hierRoot4" presStyleCnt="0"/>
      <dgm:spPr/>
    </dgm:pt>
    <dgm:pt modelId="{8D001D11-68CE-45EF-8937-F5BBF8AAA15D}" type="pres">
      <dgm:prSet presAssocID="{4D3203D4-8650-49CD-9C35-07747477264D}" presName="composite4" presStyleCnt="0"/>
      <dgm:spPr/>
    </dgm:pt>
    <dgm:pt modelId="{BC1B47D8-D626-4E48-A8CF-C2BDBE5543DD}" type="pres">
      <dgm:prSet presAssocID="{4D3203D4-8650-49CD-9C35-07747477264D}" presName="background4" presStyleLbl="node4" presStyleIdx="6" presStyleCnt="10"/>
      <dgm:spPr/>
    </dgm:pt>
    <dgm:pt modelId="{84430D7C-897C-41C2-AB66-15F5FFC414B7}" type="pres">
      <dgm:prSet presAssocID="{4D3203D4-8650-49CD-9C35-07747477264D}" presName="text4" presStyleLbl="fgAcc4" presStyleIdx="6" presStyleCnt="10">
        <dgm:presLayoutVars>
          <dgm:chPref val="3"/>
        </dgm:presLayoutVars>
      </dgm:prSet>
      <dgm:spPr/>
    </dgm:pt>
    <dgm:pt modelId="{94B1EE79-CB93-4D88-8365-07E6ACEB5E6C}" type="pres">
      <dgm:prSet presAssocID="{4D3203D4-8650-49CD-9C35-07747477264D}" presName="hierChild5" presStyleCnt="0"/>
      <dgm:spPr/>
    </dgm:pt>
    <dgm:pt modelId="{63274922-A1A8-4929-8D35-F6550DB99D15}" type="pres">
      <dgm:prSet presAssocID="{B03785DE-89FE-4C1B-95A1-E84DBDCD43EC}" presName="Name23" presStyleLbl="parChTrans1D4" presStyleIdx="7" presStyleCnt="10"/>
      <dgm:spPr/>
    </dgm:pt>
    <dgm:pt modelId="{5979DE3F-4ED6-42AB-9F89-B4D37C88641B}" type="pres">
      <dgm:prSet presAssocID="{AF6459F5-3F92-4E0A-A6D7-2E5BB4B35AC9}" presName="hierRoot4" presStyleCnt="0"/>
      <dgm:spPr/>
    </dgm:pt>
    <dgm:pt modelId="{F2876E69-62A4-4A67-87DC-C9744B2F9E10}" type="pres">
      <dgm:prSet presAssocID="{AF6459F5-3F92-4E0A-A6D7-2E5BB4B35AC9}" presName="composite4" presStyleCnt="0"/>
      <dgm:spPr/>
    </dgm:pt>
    <dgm:pt modelId="{F9E2559C-E92D-48D0-B761-9B4B5308F2FE}" type="pres">
      <dgm:prSet presAssocID="{AF6459F5-3F92-4E0A-A6D7-2E5BB4B35AC9}" presName="background4" presStyleLbl="node4" presStyleIdx="7" presStyleCnt="10"/>
      <dgm:spPr/>
    </dgm:pt>
    <dgm:pt modelId="{997F296F-975B-41A1-A6FF-C866969985BA}" type="pres">
      <dgm:prSet presAssocID="{AF6459F5-3F92-4E0A-A6D7-2E5BB4B35AC9}" presName="text4" presStyleLbl="fgAcc4" presStyleIdx="7" presStyleCnt="10">
        <dgm:presLayoutVars>
          <dgm:chPref val="3"/>
        </dgm:presLayoutVars>
      </dgm:prSet>
      <dgm:spPr/>
    </dgm:pt>
    <dgm:pt modelId="{2FBCFD91-F5AE-40B9-8EEE-58A54F205438}" type="pres">
      <dgm:prSet presAssocID="{AF6459F5-3F92-4E0A-A6D7-2E5BB4B35AC9}" presName="hierChild5" presStyleCnt="0"/>
      <dgm:spPr/>
    </dgm:pt>
    <dgm:pt modelId="{6668C9BE-5F16-4967-B163-32F78288E9B3}" type="pres">
      <dgm:prSet presAssocID="{B485FA92-C468-4B4F-AB92-C60809F5BB88}" presName="Name23" presStyleLbl="parChTrans1D4" presStyleIdx="8" presStyleCnt="10"/>
      <dgm:spPr/>
    </dgm:pt>
    <dgm:pt modelId="{8D32806C-2097-482B-A211-6FF9F4E2A68C}" type="pres">
      <dgm:prSet presAssocID="{68C8D231-3F68-463E-8AD2-59F4892E6DFC}" presName="hierRoot4" presStyleCnt="0"/>
      <dgm:spPr/>
    </dgm:pt>
    <dgm:pt modelId="{7A1A5A87-3E1D-4658-A554-08D341A60F80}" type="pres">
      <dgm:prSet presAssocID="{68C8D231-3F68-463E-8AD2-59F4892E6DFC}" presName="composite4" presStyleCnt="0"/>
      <dgm:spPr/>
    </dgm:pt>
    <dgm:pt modelId="{8BE1A4D7-BFE4-4789-95A0-8BF4C5AA4E02}" type="pres">
      <dgm:prSet presAssocID="{68C8D231-3F68-463E-8AD2-59F4892E6DFC}" presName="background4" presStyleLbl="node4" presStyleIdx="8" presStyleCnt="10"/>
      <dgm:spPr/>
    </dgm:pt>
    <dgm:pt modelId="{2DC31917-0AC7-43B3-98DF-52B488B6B4D1}" type="pres">
      <dgm:prSet presAssocID="{68C8D231-3F68-463E-8AD2-59F4892E6DFC}" presName="text4" presStyleLbl="fgAcc4" presStyleIdx="8" presStyleCnt="10">
        <dgm:presLayoutVars>
          <dgm:chPref val="3"/>
        </dgm:presLayoutVars>
      </dgm:prSet>
      <dgm:spPr/>
    </dgm:pt>
    <dgm:pt modelId="{DC4F94FD-4BAF-421C-8BAE-CD3627F515D3}" type="pres">
      <dgm:prSet presAssocID="{68C8D231-3F68-463E-8AD2-59F4892E6DFC}" presName="hierChild5" presStyleCnt="0"/>
      <dgm:spPr/>
    </dgm:pt>
    <dgm:pt modelId="{687716EA-9053-407A-89DB-DB44DEC34935}" type="pres">
      <dgm:prSet presAssocID="{F802F5DC-7AEF-4236-A5C4-1EC2443DBE75}" presName="Name23" presStyleLbl="parChTrans1D4" presStyleIdx="9" presStyleCnt="10"/>
      <dgm:spPr/>
    </dgm:pt>
    <dgm:pt modelId="{BC6DB3E6-7FD2-4DB6-9C54-02743CFFECAC}" type="pres">
      <dgm:prSet presAssocID="{8788FA38-3200-478B-BBAE-89D195017A70}" presName="hierRoot4" presStyleCnt="0"/>
      <dgm:spPr/>
    </dgm:pt>
    <dgm:pt modelId="{F227B066-6E74-409D-A4C7-1434B4503662}" type="pres">
      <dgm:prSet presAssocID="{8788FA38-3200-478B-BBAE-89D195017A70}" presName="composite4" presStyleCnt="0"/>
      <dgm:spPr/>
    </dgm:pt>
    <dgm:pt modelId="{BC5DDFA1-6DEB-4F9E-BFB0-91A84EC067C0}" type="pres">
      <dgm:prSet presAssocID="{8788FA38-3200-478B-BBAE-89D195017A70}" presName="background4" presStyleLbl="node4" presStyleIdx="9" presStyleCnt="10"/>
      <dgm:spPr/>
    </dgm:pt>
    <dgm:pt modelId="{0477C31E-AA8F-4A32-B99E-638C288D53DC}" type="pres">
      <dgm:prSet presAssocID="{8788FA38-3200-478B-BBAE-89D195017A70}" presName="text4" presStyleLbl="fgAcc4" presStyleIdx="9" presStyleCnt="10">
        <dgm:presLayoutVars>
          <dgm:chPref val="3"/>
        </dgm:presLayoutVars>
      </dgm:prSet>
      <dgm:spPr/>
    </dgm:pt>
    <dgm:pt modelId="{FB536538-14D9-4B90-9FFF-3F7BEF463EBD}" type="pres">
      <dgm:prSet presAssocID="{8788FA38-3200-478B-BBAE-89D195017A70}" presName="hierChild5" presStyleCnt="0"/>
      <dgm:spPr/>
    </dgm:pt>
    <dgm:pt modelId="{C6119160-8170-4CEC-8876-75E49B40D4AE}" type="pres">
      <dgm:prSet presAssocID="{8BD0B454-C0C0-4F80-84B2-3D87C105E64C}" presName="Name10" presStyleLbl="parChTrans1D2" presStyleIdx="1" presStyleCnt="2"/>
      <dgm:spPr/>
    </dgm:pt>
    <dgm:pt modelId="{7769B416-0A5D-42CC-AC0F-DFC409143BD2}" type="pres">
      <dgm:prSet presAssocID="{B3EE89D2-5880-45FB-9EA9-356A2BED54D0}" presName="hierRoot2" presStyleCnt="0"/>
      <dgm:spPr/>
    </dgm:pt>
    <dgm:pt modelId="{DD55615C-1884-494B-BA2B-77018EB628D0}" type="pres">
      <dgm:prSet presAssocID="{B3EE89D2-5880-45FB-9EA9-356A2BED54D0}" presName="composite2" presStyleCnt="0"/>
      <dgm:spPr/>
    </dgm:pt>
    <dgm:pt modelId="{2962A1DA-51E7-499C-B0A0-46B5C608B4F4}" type="pres">
      <dgm:prSet presAssocID="{B3EE89D2-5880-45FB-9EA9-356A2BED54D0}" presName="background2" presStyleLbl="asst1" presStyleIdx="1" presStyleCnt="2"/>
      <dgm:spPr/>
    </dgm:pt>
    <dgm:pt modelId="{7302E752-D79C-46FC-B764-5928F046DE90}" type="pres">
      <dgm:prSet presAssocID="{B3EE89D2-5880-45FB-9EA9-356A2BED54D0}" presName="text2" presStyleLbl="fgAcc2" presStyleIdx="1" presStyleCnt="2">
        <dgm:presLayoutVars>
          <dgm:chPref val="3"/>
        </dgm:presLayoutVars>
      </dgm:prSet>
      <dgm:spPr/>
    </dgm:pt>
    <dgm:pt modelId="{7631DE62-6255-48BE-9D6D-B93E482F7E6B}" type="pres">
      <dgm:prSet presAssocID="{B3EE89D2-5880-45FB-9EA9-356A2BED54D0}" presName="hierChild3" presStyleCnt="0"/>
      <dgm:spPr/>
    </dgm:pt>
    <dgm:pt modelId="{AB995181-6859-4EFD-B49D-041BCFC13B45}" type="pres">
      <dgm:prSet presAssocID="{E847D60E-FC1C-4DDB-A6CF-9CE9C760146D}" presName="Name17" presStyleLbl="parChTrans1D3" presStyleIdx="2" presStyleCnt="5"/>
      <dgm:spPr/>
    </dgm:pt>
    <dgm:pt modelId="{12E33FC6-B503-43AE-8A13-A771C9880612}" type="pres">
      <dgm:prSet presAssocID="{3A89191D-48F2-4CB7-9BEF-7806C7284CF7}" presName="hierRoot3" presStyleCnt="0"/>
      <dgm:spPr/>
    </dgm:pt>
    <dgm:pt modelId="{40526EBB-E89A-4D75-B34B-5EB8624C61E4}" type="pres">
      <dgm:prSet presAssocID="{3A89191D-48F2-4CB7-9BEF-7806C7284CF7}" presName="composite3" presStyleCnt="0"/>
      <dgm:spPr/>
    </dgm:pt>
    <dgm:pt modelId="{993EF23D-07B2-4C4B-B75C-3CB284997FB9}" type="pres">
      <dgm:prSet presAssocID="{3A89191D-48F2-4CB7-9BEF-7806C7284CF7}" presName="background3" presStyleLbl="node3" presStyleIdx="2" presStyleCnt="5"/>
      <dgm:spPr/>
    </dgm:pt>
    <dgm:pt modelId="{511EA00F-3549-4A91-B364-6EACFB777BB1}" type="pres">
      <dgm:prSet presAssocID="{3A89191D-48F2-4CB7-9BEF-7806C7284CF7}" presName="text3" presStyleLbl="fgAcc3" presStyleIdx="2" presStyleCnt="5">
        <dgm:presLayoutVars>
          <dgm:chPref val="3"/>
        </dgm:presLayoutVars>
      </dgm:prSet>
      <dgm:spPr/>
    </dgm:pt>
    <dgm:pt modelId="{422D843C-B6BD-496B-9822-4C68A4040935}" type="pres">
      <dgm:prSet presAssocID="{3A89191D-48F2-4CB7-9BEF-7806C7284CF7}" presName="hierChild4" presStyleCnt="0"/>
      <dgm:spPr/>
    </dgm:pt>
    <dgm:pt modelId="{C688C202-87E0-4C10-9E9D-2CE43EF1592D}" type="pres">
      <dgm:prSet presAssocID="{D88ECED7-E2B2-4D95-923B-0929D4E3C848}" presName="Name17" presStyleLbl="parChTrans1D3" presStyleIdx="3" presStyleCnt="5"/>
      <dgm:spPr/>
    </dgm:pt>
    <dgm:pt modelId="{6BA358D9-7E4B-447D-89F2-41A7FED6A3A1}" type="pres">
      <dgm:prSet presAssocID="{AB002190-A950-403F-8AE9-E380447F84A0}" presName="hierRoot3" presStyleCnt="0"/>
      <dgm:spPr/>
    </dgm:pt>
    <dgm:pt modelId="{ABF65968-6631-4C99-A91B-D6D2D09D4FC5}" type="pres">
      <dgm:prSet presAssocID="{AB002190-A950-403F-8AE9-E380447F84A0}" presName="composite3" presStyleCnt="0"/>
      <dgm:spPr/>
    </dgm:pt>
    <dgm:pt modelId="{3A8F5D6C-64B8-4CC6-B6C3-EF5E9D25B55D}" type="pres">
      <dgm:prSet presAssocID="{AB002190-A950-403F-8AE9-E380447F84A0}" presName="background3" presStyleLbl="node3" presStyleIdx="3" presStyleCnt="5"/>
      <dgm:spPr/>
    </dgm:pt>
    <dgm:pt modelId="{A2A0B2E4-CCA5-4134-BD1C-9C4C91D4E022}" type="pres">
      <dgm:prSet presAssocID="{AB002190-A950-403F-8AE9-E380447F84A0}" presName="text3" presStyleLbl="fgAcc3" presStyleIdx="3" presStyleCnt="5">
        <dgm:presLayoutVars>
          <dgm:chPref val="3"/>
        </dgm:presLayoutVars>
      </dgm:prSet>
      <dgm:spPr/>
    </dgm:pt>
    <dgm:pt modelId="{F994A322-78C7-43C6-8695-5F5E08BCCE60}" type="pres">
      <dgm:prSet presAssocID="{AB002190-A950-403F-8AE9-E380447F84A0}" presName="hierChild4" presStyleCnt="0"/>
      <dgm:spPr/>
    </dgm:pt>
    <dgm:pt modelId="{A19EA6E3-AB9F-4633-A175-E27AA7DDBFC4}" type="pres">
      <dgm:prSet presAssocID="{9F603786-9E28-4461-A38C-06EF3B10792E}" presName="Name17" presStyleLbl="parChTrans1D3" presStyleIdx="4" presStyleCnt="5"/>
      <dgm:spPr/>
    </dgm:pt>
    <dgm:pt modelId="{6113960F-D45C-40B1-B106-E778F6100103}" type="pres">
      <dgm:prSet presAssocID="{B085EB5E-7E57-4F52-B802-D35D77828B0F}" presName="hierRoot3" presStyleCnt="0"/>
      <dgm:spPr/>
    </dgm:pt>
    <dgm:pt modelId="{06860DE6-C480-497B-A913-540E1D0C0494}" type="pres">
      <dgm:prSet presAssocID="{B085EB5E-7E57-4F52-B802-D35D77828B0F}" presName="composite3" presStyleCnt="0"/>
      <dgm:spPr/>
    </dgm:pt>
    <dgm:pt modelId="{49DF7A91-0995-40B6-B0D5-28D361C1D50C}" type="pres">
      <dgm:prSet presAssocID="{B085EB5E-7E57-4F52-B802-D35D77828B0F}" presName="background3" presStyleLbl="node3" presStyleIdx="4" presStyleCnt="5"/>
      <dgm:spPr/>
    </dgm:pt>
    <dgm:pt modelId="{998F7385-B684-4B04-B422-420DD502350F}" type="pres">
      <dgm:prSet presAssocID="{B085EB5E-7E57-4F52-B802-D35D77828B0F}" presName="text3" presStyleLbl="fgAcc3" presStyleIdx="4" presStyleCnt="5">
        <dgm:presLayoutVars>
          <dgm:chPref val="3"/>
        </dgm:presLayoutVars>
      </dgm:prSet>
      <dgm:spPr/>
    </dgm:pt>
    <dgm:pt modelId="{13E5D544-7B1B-4D88-AFDC-11037B8EF654}" type="pres">
      <dgm:prSet presAssocID="{B085EB5E-7E57-4F52-B802-D35D77828B0F}" presName="hierChild4" presStyleCnt="0"/>
      <dgm:spPr/>
    </dgm:pt>
  </dgm:ptLst>
  <dgm:cxnLst>
    <dgm:cxn modelId="{9A9F9C01-4243-4B91-9B7E-0D55717F219A}" type="presOf" srcId="{55B65F93-7766-4F0D-9E35-11475A6AC4A9}" destId="{5FC7E29D-2ED9-4C02-91C3-CD356FF6983B}" srcOrd="0" destOrd="0" presId="urn:microsoft.com/office/officeart/2005/8/layout/hierarchy1"/>
    <dgm:cxn modelId="{9467F803-238B-4B98-B9CE-755CD891AA8B}" type="presOf" srcId="{DFB19539-23C8-4482-82D2-88E5029A9180}" destId="{9A677D29-F4EA-45AB-AAF8-015FAC541113}" srcOrd="0" destOrd="0" presId="urn:microsoft.com/office/officeart/2005/8/layout/hierarchy1"/>
    <dgm:cxn modelId="{6128C70B-9DF0-41F4-8308-92B11D02E38F}" type="presOf" srcId="{951FBF04-9361-4828-ABD4-00A3593EF6FB}" destId="{6F553E65-117C-4566-B0AC-73E652F9B66C}" srcOrd="0" destOrd="0" presId="urn:microsoft.com/office/officeart/2005/8/layout/hierarchy1"/>
    <dgm:cxn modelId="{84650A0D-BA5A-4163-A0F5-D1BBDD92C818}" type="presOf" srcId="{4D3203D4-8650-49CD-9C35-07747477264D}" destId="{84430D7C-897C-41C2-AB66-15F5FFC414B7}" srcOrd="0" destOrd="0" presId="urn:microsoft.com/office/officeart/2005/8/layout/hierarchy1"/>
    <dgm:cxn modelId="{5038D30F-5377-4C65-B3D3-6BC61C69982E}" type="presOf" srcId="{68C8D231-3F68-463E-8AD2-59F4892E6DFC}" destId="{2DC31917-0AC7-43B3-98DF-52B488B6B4D1}" srcOrd="0" destOrd="0" presId="urn:microsoft.com/office/officeart/2005/8/layout/hierarchy1"/>
    <dgm:cxn modelId="{21316713-38B3-4577-BF42-E912ECB3491B}" type="presOf" srcId="{AB002190-A950-403F-8AE9-E380447F84A0}" destId="{A2A0B2E4-CCA5-4134-BD1C-9C4C91D4E022}" srcOrd="0" destOrd="0" presId="urn:microsoft.com/office/officeart/2005/8/layout/hierarchy1"/>
    <dgm:cxn modelId="{9DF43414-E578-44DA-AA79-B17E28C2115F}" srcId="{58D9BCCC-96F2-4B07-9969-CC6F358444C0}" destId="{2E5F56BC-EDB6-400C-B451-06DA9A365E4B}" srcOrd="0" destOrd="0" parTransId="{FC3303E4-6178-4AC6-9BCA-A6ED40389ACC}" sibTransId="{5106481C-B077-4C38-9F9E-C48B6482C852}"/>
    <dgm:cxn modelId="{CF867715-5420-4289-9F79-EE9ACB00E0E6}" type="presOf" srcId="{7C6FD1BA-0391-4DBD-9D3A-237B5712D1AB}" destId="{C6B54988-9A9A-4625-9079-B31627601C86}" srcOrd="0" destOrd="0" presId="urn:microsoft.com/office/officeart/2005/8/layout/hierarchy1"/>
    <dgm:cxn modelId="{BC3E7E19-F159-432E-B1D1-7BDFB8BCB0BC}" type="presOf" srcId="{B085EB5E-7E57-4F52-B802-D35D77828B0F}" destId="{998F7385-B684-4B04-B422-420DD502350F}" srcOrd="0" destOrd="0" presId="urn:microsoft.com/office/officeart/2005/8/layout/hierarchy1"/>
    <dgm:cxn modelId="{C6AE251B-C41F-4F67-8986-3880ACB297E9}" srcId="{23EC6732-66C3-4C6A-9F05-9DFB03E0B7E1}" destId="{AF6459F5-3F92-4E0A-A6D7-2E5BB4B35AC9}" srcOrd="1" destOrd="0" parTransId="{B03785DE-89FE-4C1B-95A1-E84DBDCD43EC}" sibTransId="{6B3AA97B-420C-4B4C-8CD3-F3155D1E7BFC}"/>
    <dgm:cxn modelId="{41C0D81E-F92D-44D3-BFF3-94ED27C8DA04}" type="presOf" srcId="{8BD0B454-C0C0-4F80-84B2-3D87C105E64C}" destId="{C6119160-8170-4CEC-8876-75E49B40D4AE}" srcOrd="0" destOrd="0" presId="urn:microsoft.com/office/officeart/2005/8/layout/hierarchy1"/>
    <dgm:cxn modelId="{B3641424-3B61-43F0-9A17-43250A9E58D5}" srcId="{AF6459F5-3F92-4E0A-A6D7-2E5BB4B35AC9}" destId="{8788FA38-3200-478B-BBAE-89D195017A70}" srcOrd="1" destOrd="0" parTransId="{F802F5DC-7AEF-4236-A5C4-1EC2443DBE75}" sibTransId="{988F0B0A-C0D2-4B0D-9530-6915DEC6E1A6}"/>
    <dgm:cxn modelId="{27212D28-3B99-4220-A116-AD5CEC55ABD0}" srcId="{AF6459F5-3F92-4E0A-A6D7-2E5BB4B35AC9}" destId="{68C8D231-3F68-463E-8AD2-59F4892E6DFC}" srcOrd="0" destOrd="0" parTransId="{B485FA92-C468-4B4F-AB92-C60809F5BB88}" sibTransId="{08971B54-5F06-4DFC-AC98-8EC1D2AB75E6}"/>
    <dgm:cxn modelId="{4A7D8F2B-E1AD-4DE7-A4BE-B2CD5E94106D}" type="presOf" srcId="{CB108B09-C4F1-4A8D-ACFF-6A131CE83AC8}" destId="{91273CFD-ED7A-4F05-AE4A-B3B62DA98C3A}" srcOrd="0" destOrd="0" presId="urn:microsoft.com/office/officeart/2005/8/layout/hierarchy1"/>
    <dgm:cxn modelId="{18EA6D2C-DD78-4DD8-BEAA-81C6AACCFC98}" srcId="{58D9BCCC-96F2-4B07-9969-CC6F358444C0}" destId="{73877263-8C2B-49AD-B22B-E5BF1BAFAE63}" srcOrd="2" destOrd="0" parTransId="{4F736BED-D2DA-47CA-8712-B0B87DFB391B}" sibTransId="{94B5C345-7982-4AF1-92E0-99996A845209}"/>
    <dgm:cxn modelId="{8F749A2E-5C7A-4D55-AF43-2287D1B21EE3}" srcId="{23EC6732-66C3-4C6A-9F05-9DFB03E0B7E1}" destId="{58D9BCCC-96F2-4B07-9969-CC6F358444C0}" srcOrd="0" destOrd="0" parTransId="{8D338AF9-72F6-4250-B325-FEFF2030DECA}" sibTransId="{EDA2EB0B-D5E2-4CB7-8B96-1F6D768104A7}"/>
    <dgm:cxn modelId="{75DBDD2E-18CA-467E-AEE7-312C197C0A7B}" type="presOf" srcId="{B03785DE-89FE-4C1B-95A1-E84DBDCD43EC}" destId="{63274922-A1A8-4929-8D35-F6550DB99D15}" srcOrd="0" destOrd="0" presId="urn:microsoft.com/office/officeart/2005/8/layout/hierarchy1"/>
    <dgm:cxn modelId="{05E43031-AA29-4C0E-9763-8E5128746FFD}" srcId="{CD9562E1-6701-4A1F-A4A0-DA5538F2C61F}" destId="{E73CEA0C-802B-4256-AC5F-7C166E5BB769}" srcOrd="0" destOrd="0" parTransId="{55B65F93-7766-4F0D-9E35-11475A6AC4A9}" sibTransId="{6A4E7B57-A9D9-4D71-9E37-0BB402D9B846}"/>
    <dgm:cxn modelId="{74A8C432-815D-4B30-B1E5-795A5AB7B1F3}" srcId="{CD9562E1-6701-4A1F-A4A0-DA5538F2C61F}" destId="{B3EE89D2-5880-45FB-9EA9-356A2BED54D0}" srcOrd="1" destOrd="0" parTransId="{8BD0B454-C0C0-4F80-84B2-3D87C105E64C}" sibTransId="{A706861F-4374-47DF-A7E8-DF1C0BB4503A}"/>
    <dgm:cxn modelId="{7C773533-32EE-4456-B958-D811E6E6F35B}" type="presOf" srcId="{FC3303E4-6178-4AC6-9BCA-A6ED40389ACC}" destId="{E2180508-95AE-4845-952F-A19BE7F7C893}" srcOrd="0" destOrd="0" presId="urn:microsoft.com/office/officeart/2005/8/layout/hierarchy1"/>
    <dgm:cxn modelId="{558A4F3B-3030-4ABE-902E-84C142EDDF0C}" type="presOf" srcId="{2E5F56BC-EDB6-400C-B451-06DA9A365E4B}" destId="{F9B10EB1-49F0-4E00-A7BA-AA88519FAD97}" srcOrd="0" destOrd="0" presId="urn:microsoft.com/office/officeart/2005/8/layout/hierarchy1"/>
    <dgm:cxn modelId="{5347BF3F-46BC-4A96-8210-9DE8D87DEDD4}" type="presOf" srcId="{58D9BCCC-96F2-4B07-9969-CC6F358444C0}" destId="{DB843513-E564-4001-BB4A-EB69A1C8A6D7}" srcOrd="0" destOrd="0" presId="urn:microsoft.com/office/officeart/2005/8/layout/hierarchy1"/>
    <dgm:cxn modelId="{BD372B41-AB79-4017-8156-0A5610E7EFE2}" srcId="{58D9BCCC-96F2-4B07-9969-CC6F358444C0}" destId="{4D3203D4-8650-49CD-9C35-07747477264D}" srcOrd="3" destOrd="0" parTransId="{90269619-320C-4235-9611-765E18B54A1B}" sibTransId="{4F58E01A-E82B-4D53-936D-73E319E1CE79}"/>
    <dgm:cxn modelId="{F8AC7C41-E66C-4F77-B2C8-BD021ABECCE4}" srcId="{7C6FD1BA-0391-4DBD-9D3A-237B5712D1AB}" destId="{CB108B09-C4F1-4A8D-ACFF-6A131CE83AC8}" srcOrd="1" destOrd="0" parTransId="{5CDA9A5C-9B57-416D-9964-52997DD7516F}" sibTransId="{41E3A9D4-40C6-4446-8371-DCCF07D8C78E}"/>
    <dgm:cxn modelId="{1F159762-DA0C-4B9A-A828-0056C0B77C1B}" srcId="{B3EE89D2-5880-45FB-9EA9-356A2BED54D0}" destId="{AB002190-A950-403F-8AE9-E380447F84A0}" srcOrd="1" destOrd="0" parTransId="{D88ECED7-E2B2-4D95-923B-0929D4E3C848}" sibTransId="{42F2E172-0AD1-4664-BFB4-4D713A563247}"/>
    <dgm:cxn modelId="{70F74744-B106-4781-908C-A9389BB06FB9}" type="presOf" srcId="{4F736BED-D2DA-47CA-8712-B0B87DFB391B}" destId="{E79C78B3-CCF8-4757-BB89-026F0626D223}" srcOrd="0" destOrd="0" presId="urn:microsoft.com/office/officeart/2005/8/layout/hierarchy1"/>
    <dgm:cxn modelId="{DB506844-A3D8-4070-A0A0-B6EE5A34980D}" type="presOf" srcId="{E73CEA0C-802B-4256-AC5F-7C166E5BB769}" destId="{32A24C73-C196-4A1F-96BF-1D3DF4613B2D}" srcOrd="0" destOrd="0" presId="urn:microsoft.com/office/officeart/2005/8/layout/hierarchy1"/>
    <dgm:cxn modelId="{EF361E68-EA25-441D-AA1B-3A4593D0D2D1}" type="presOf" srcId="{8D338AF9-72F6-4250-B325-FEFF2030DECA}" destId="{17872451-DBEC-43A2-BEA0-ED7249E0AB71}" srcOrd="0" destOrd="0" presId="urn:microsoft.com/office/officeart/2005/8/layout/hierarchy1"/>
    <dgm:cxn modelId="{4727DC4B-14F0-4293-8B51-A63F0DA0CA42}" type="presOf" srcId="{83A9B766-E82F-4E6D-9A7C-2CCD3DD206FB}" destId="{53CB5A3E-BBE7-46E8-8656-BCDB778FA5D8}" srcOrd="0" destOrd="0" presId="urn:microsoft.com/office/officeart/2005/8/layout/hierarchy1"/>
    <dgm:cxn modelId="{FFA05E4C-197C-4630-9B91-02772A7F129C}" type="presOf" srcId="{B485FA92-C468-4B4F-AB92-C60809F5BB88}" destId="{6668C9BE-5F16-4967-B163-32F78288E9B3}" srcOrd="0" destOrd="0" presId="urn:microsoft.com/office/officeart/2005/8/layout/hierarchy1"/>
    <dgm:cxn modelId="{E786126E-4016-47DD-9401-8D5D617B2E43}" srcId="{58D9BCCC-96F2-4B07-9969-CC6F358444C0}" destId="{F3A9E153-22C1-40FD-9565-D6EA62FD48D7}" srcOrd="1" destOrd="0" parTransId="{70FEC999-A954-4BB8-ABF0-4BCC3B447242}" sibTransId="{9409114F-905D-4A90-B530-B406F2FB60F2}"/>
    <dgm:cxn modelId="{AE3E254F-A420-4036-B193-61C879617ED9}" type="presOf" srcId="{23EC6732-66C3-4C6A-9F05-9DFB03E0B7E1}" destId="{F5121BE6-8F48-4EEF-9D60-3E8A280FAC52}" srcOrd="0" destOrd="0" presId="urn:microsoft.com/office/officeart/2005/8/layout/hierarchy1"/>
    <dgm:cxn modelId="{32E8D150-FBD4-422F-B136-E5870F0608C7}" type="presOf" srcId="{3A89191D-48F2-4CB7-9BEF-7806C7284CF7}" destId="{511EA00F-3549-4A91-B364-6EACFB777BB1}" srcOrd="0" destOrd="0" presId="urn:microsoft.com/office/officeart/2005/8/layout/hierarchy1"/>
    <dgm:cxn modelId="{D80D1054-C5B0-4438-BD84-C43949A4468F}" type="presOf" srcId="{5CDA9A5C-9B57-416D-9964-52997DD7516F}" destId="{2FD1F50C-2E1D-4EE0-A08C-BC64F849A5B4}" srcOrd="0" destOrd="0" presId="urn:microsoft.com/office/officeart/2005/8/layout/hierarchy1"/>
    <dgm:cxn modelId="{C4CF1474-71B3-4845-958B-463E752E5589}" type="presOf" srcId="{70FEC999-A954-4BB8-ABF0-4BCC3B447242}" destId="{A1477ECB-5E46-427C-8B97-90382B64B52D}" srcOrd="0" destOrd="0" presId="urn:microsoft.com/office/officeart/2005/8/layout/hierarchy1"/>
    <dgm:cxn modelId="{BB9AA07B-BDCC-412C-A372-016EF8F25FD8}" type="presOf" srcId="{90269619-320C-4235-9611-765E18B54A1B}" destId="{DD790CF4-5262-4A38-9330-B68CEE6CACC2}" srcOrd="0" destOrd="0" presId="urn:microsoft.com/office/officeart/2005/8/layout/hierarchy1"/>
    <dgm:cxn modelId="{8EFD478D-4AE8-432E-B3AB-22A0CB04BCF3}" type="presOf" srcId="{F3A9E153-22C1-40FD-9565-D6EA62FD48D7}" destId="{8DA80919-9216-4623-9C4D-50F30FFA28EE}" srcOrd="0" destOrd="0" presId="urn:microsoft.com/office/officeart/2005/8/layout/hierarchy1"/>
    <dgm:cxn modelId="{7649B192-EFCC-4867-9330-B2D9CA1E573C}" type="presOf" srcId="{E847D60E-FC1C-4DDB-A6CF-9CE9C760146D}" destId="{AB995181-6859-4EFD-B49D-041BCFC13B45}" srcOrd="0" destOrd="0" presId="urn:microsoft.com/office/officeart/2005/8/layout/hierarchy1"/>
    <dgm:cxn modelId="{4E510D9E-D88E-4E51-8388-A3BA7C247511}" type="presOf" srcId="{CF66AD62-277E-4C6D-B8B0-9546E7384F2D}" destId="{1E9C5B75-0B74-4222-AAA0-204BE6EFC088}" srcOrd="0" destOrd="0" presId="urn:microsoft.com/office/officeart/2005/8/layout/hierarchy1"/>
    <dgm:cxn modelId="{6737C2A3-53DA-4E73-BA4F-B0522D413CE1}" type="presOf" srcId="{9F603786-9E28-4461-A38C-06EF3B10792E}" destId="{A19EA6E3-AB9F-4633-A175-E27AA7DDBFC4}" srcOrd="0" destOrd="0" presId="urn:microsoft.com/office/officeart/2005/8/layout/hierarchy1"/>
    <dgm:cxn modelId="{23615CA6-E00E-4362-ABF1-960344428CD3}" type="presOf" srcId="{73877263-8C2B-49AD-B22B-E5BF1BAFAE63}" destId="{C7225CE6-A4C8-443B-9D31-9246C4344CFF}" srcOrd="0" destOrd="0" presId="urn:microsoft.com/office/officeart/2005/8/layout/hierarchy1"/>
    <dgm:cxn modelId="{85C2C0A9-C0AA-467B-8F25-8FD4CE739554}" type="presOf" srcId="{8788FA38-3200-478B-BBAE-89D195017A70}" destId="{0477C31E-AA8F-4A32-B99E-638C288D53DC}" srcOrd="0" destOrd="0" presId="urn:microsoft.com/office/officeart/2005/8/layout/hierarchy1"/>
    <dgm:cxn modelId="{010E2EAD-4261-447A-A284-42ACF921E850}" type="presOf" srcId="{D88ECED7-E2B2-4D95-923B-0929D4E3C848}" destId="{C688C202-87E0-4C10-9E9D-2CE43EF1592D}" srcOrd="0" destOrd="0" presId="urn:microsoft.com/office/officeart/2005/8/layout/hierarchy1"/>
    <dgm:cxn modelId="{11676FAF-BFF7-4A4C-A87D-63CFAEB7067B}" srcId="{B3EE89D2-5880-45FB-9EA9-356A2BED54D0}" destId="{3A89191D-48F2-4CB7-9BEF-7806C7284CF7}" srcOrd="0" destOrd="0" parTransId="{E847D60E-FC1C-4DDB-A6CF-9CE9C760146D}" sibTransId="{0DEB1AAF-FD02-47D5-97DF-3C9CE4B52858}"/>
    <dgm:cxn modelId="{C5056EB1-E2C1-454E-83A8-D3388492D54D}" srcId="{E73CEA0C-802B-4256-AC5F-7C166E5BB769}" destId="{23EC6732-66C3-4C6A-9F05-9DFB03E0B7E1}" srcOrd="1" destOrd="0" parTransId="{CF66AD62-277E-4C6D-B8B0-9546E7384F2D}" sibTransId="{EC56A060-94A2-4566-9CC2-A017DB9EC0EE}"/>
    <dgm:cxn modelId="{CA8CEECF-357C-4924-BA80-F9738803A235}" srcId="{83A9B766-E82F-4E6D-9A7C-2CCD3DD206FB}" destId="{CD9562E1-6701-4A1F-A4A0-DA5538F2C61F}" srcOrd="0" destOrd="0" parTransId="{E6719F2A-024E-4926-85A1-EB7A612D476E}" sibTransId="{46EF43E2-F905-4686-8706-DE0B301E7813}"/>
    <dgm:cxn modelId="{1E75B5DD-D19E-420F-B41C-BB3EC2C975C1}" srcId="{7C6FD1BA-0391-4DBD-9D3A-237B5712D1AB}" destId="{DFB19539-23C8-4482-82D2-88E5029A9180}" srcOrd="0" destOrd="0" parTransId="{63188C44-34ED-4914-9CDE-6A6FB9261D4A}" sibTransId="{D4ECA234-6048-4C54-A304-17E5240A04EA}"/>
    <dgm:cxn modelId="{E8B61BDF-7655-4E3F-A8D4-3C8959BCC5B4}" type="presOf" srcId="{63188C44-34ED-4914-9CDE-6A6FB9261D4A}" destId="{56DC5AD7-FB13-4E17-B6CB-DAE445AF29D0}" srcOrd="0" destOrd="0" presId="urn:microsoft.com/office/officeart/2005/8/layout/hierarchy1"/>
    <dgm:cxn modelId="{E44C15F1-8895-43BD-BBF3-DC7CE8C9718A}" srcId="{E73CEA0C-802B-4256-AC5F-7C166E5BB769}" destId="{7C6FD1BA-0391-4DBD-9D3A-237B5712D1AB}" srcOrd="0" destOrd="0" parTransId="{951FBF04-9361-4828-ABD4-00A3593EF6FB}" sibTransId="{3168A686-09AC-460A-A78B-6AF47714790B}"/>
    <dgm:cxn modelId="{023E38F1-872E-4C0D-8581-3D70227C7FCE}" type="presOf" srcId="{AF6459F5-3F92-4E0A-A6D7-2E5BB4B35AC9}" destId="{997F296F-975B-41A1-A6FF-C866969985BA}" srcOrd="0" destOrd="0" presId="urn:microsoft.com/office/officeart/2005/8/layout/hierarchy1"/>
    <dgm:cxn modelId="{E66DA7F2-660B-4CAB-9437-6A6A46A103DC}" srcId="{B3EE89D2-5880-45FB-9EA9-356A2BED54D0}" destId="{B085EB5E-7E57-4F52-B802-D35D77828B0F}" srcOrd="2" destOrd="0" parTransId="{9F603786-9E28-4461-A38C-06EF3B10792E}" sibTransId="{9D0726C6-2D26-4E6D-867A-E8FD0AB16B52}"/>
    <dgm:cxn modelId="{C5023DF4-CC4A-4F84-9D56-9C5623797F75}" type="presOf" srcId="{F802F5DC-7AEF-4236-A5C4-1EC2443DBE75}" destId="{687716EA-9053-407A-89DB-DB44DEC34935}" srcOrd="0" destOrd="0" presId="urn:microsoft.com/office/officeart/2005/8/layout/hierarchy1"/>
    <dgm:cxn modelId="{AD8F33FB-1F45-476D-9D26-32319EE5C768}" type="presOf" srcId="{B3EE89D2-5880-45FB-9EA9-356A2BED54D0}" destId="{7302E752-D79C-46FC-B764-5928F046DE90}" srcOrd="0" destOrd="0" presId="urn:microsoft.com/office/officeart/2005/8/layout/hierarchy1"/>
    <dgm:cxn modelId="{BADF3AFD-6DC3-4386-BA9D-41BCAB1D67B6}" type="presOf" srcId="{CD9562E1-6701-4A1F-A4A0-DA5538F2C61F}" destId="{4CC5A43B-56F2-4345-86A0-B986F6686AC3}" srcOrd="0" destOrd="0" presId="urn:microsoft.com/office/officeart/2005/8/layout/hierarchy1"/>
    <dgm:cxn modelId="{76737901-E0F3-4518-8749-F6A14269C3FE}" type="presParOf" srcId="{53CB5A3E-BBE7-46E8-8656-BCDB778FA5D8}" destId="{7B5B5776-8B82-4FA5-B4A7-FBA9581ED99D}" srcOrd="0" destOrd="0" presId="urn:microsoft.com/office/officeart/2005/8/layout/hierarchy1"/>
    <dgm:cxn modelId="{283882DF-FF95-4023-81BD-877550FE66C6}" type="presParOf" srcId="{7B5B5776-8B82-4FA5-B4A7-FBA9581ED99D}" destId="{9AA22F83-A2E1-4F4A-95C9-3E67FF6ED9DC}" srcOrd="0" destOrd="0" presId="urn:microsoft.com/office/officeart/2005/8/layout/hierarchy1"/>
    <dgm:cxn modelId="{CB8F0BE8-1AEF-4361-B759-5999942EB08D}" type="presParOf" srcId="{9AA22F83-A2E1-4F4A-95C9-3E67FF6ED9DC}" destId="{E1A2FD4D-E079-432C-BC8E-CEFDF2DDCFC3}" srcOrd="0" destOrd="0" presId="urn:microsoft.com/office/officeart/2005/8/layout/hierarchy1"/>
    <dgm:cxn modelId="{F9A029C3-BF58-4DA6-AF94-5D166B48DF85}" type="presParOf" srcId="{9AA22F83-A2E1-4F4A-95C9-3E67FF6ED9DC}" destId="{4CC5A43B-56F2-4345-86A0-B986F6686AC3}" srcOrd="1" destOrd="0" presId="urn:microsoft.com/office/officeart/2005/8/layout/hierarchy1"/>
    <dgm:cxn modelId="{8856EA0B-1C93-4BE1-8A28-8AC288D58B25}" type="presParOf" srcId="{7B5B5776-8B82-4FA5-B4A7-FBA9581ED99D}" destId="{79A723B9-9759-4850-A8F2-30F1DA1920D3}" srcOrd="1" destOrd="0" presId="urn:microsoft.com/office/officeart/2005/8/layout/hierarchy1"/>
    <dgm:cxn modelId="{C1D954F3-ED1B-4F14-9C90-7D45BFE683F3}" type="presParOf" srcId="{79A723B9-9759-4850-A8F2-30F1DA1920D3}" destId="{5FC7E29D-2ED9-4C02-91C3-CD356FF6983B}" srcOrd="0" destOrd="0" presId="urn:microsoft.com/office/officeart/2005/8/layout/hierarchy1"/>
    <dgm:cxn modelId="{E3C6D43E-5332-4489-AA66-AD7AF618151D}" type="presParOf" srcId="{79A723B9-9759-4850-A8F2-30F1DA1920D3}" destId="{A07DC863-698F-44CA-B53F-024EF116AD8D}" srcOrd="1" destOrd="0" presId="urn:microsoft.com/office/officeart/2005/8/layout/hierarchy1"/>
    <dgm:cxn modelId="{31F32A22-0620-4CE6-86D1-65A6D225745D}" type="presParOf" srcId="{A07DC863-698F-44CA-B53F-024EF116AD8D}" destId="{5349BA13-2125-4BE1-A233-183D803E3677}" srcOrd="0" destOrd="0" presId="urn:microsoft.com/office/officeart/2005/8/layout/hierarchy1"/>
    <dgm:cxn modelId="{372E1E16-E7CB-402C-B0A2-E700C03B7F9B}" type="presParOf" srcId="{5349BA13-2125-4BE1-A233-183D803E3677}" destId="{8B1F42BA-D28F-4F31-B04F-95F8DD7C5C49}" srcOrd="0" destOrd="0" presId="urn:microsoft.com/office/officeart/2005/8/layout/hierarchy1"/>
    <dgm:cxn modelId="{4E3C4BFE-FE57-4E65-867B-B2609EE094F7}" type="presParOf" srcId="{5349BA13-2125-4BE1-A233-183D803E3677}" destId="{32A24C73-C196-4A1F-96BF-1D3DF4613B2D}" srcOrd="1" destOrd="0" presId="urn:microsoft.com/office/officeart/2005/8/layout/hierarchy1"/>
    <dgm:cxn modelId="{9B2E64EF-D806-4446-B0F4-F04924A098F0}" type="presParOf" srcId="{A07DC863-698F-44CA-B53F-024EF116AD8D}" destId="{53ACE19C-48D9-4993-A8AE-7480C37DC5BF}" srcOrd="1" destOrd="0" presId="urn:microsoft.com/office/officeart/2005/8/layout/hierarchy1"/>
    <dgm:cxn modelId="{23BDC0C6-A51A-40C4-A595-0C9758C9FC3A}" type="presParOf" srcId="{53ACE19C-48D9-4993-A8AE-7480C37DC5BF}" destId="{6F553E65-117C-4566-B0AC-73E652F9B66C}" srcOrd="0" destOrd="0" presId="urn:microsoft.com/office/officeart/2005/8/layout/hierarchy1"/>
    <dgm:cxn modelId="{A6C75C6E-5F23-4165-958F-DDAD10310035}" type="presParOf" srcId="{53ACE19C-48D9-4993-A8AE-7480C37DC5BF}" destId="{33A328AB-ED20-4CF4-87B6-A7AD08CC18AD}" srcOrd="1" destOrd="0" presId="urn:microsoft.com/office/officeart/2005/8/layout/hierarchy1"/>
    <dgm:cxn modelId="{3D707A77-EE82-451D-9CCF-1BDF993E41B3}" type="presParOf" srcId="{33A328AB-ED20-4CF4-87B6-A7AD08CC18AD}" destId="{BF48CAF0-CE2B-44CC-98EC-3DC3D95FB2E0}" srcOrd="0" destOrd="0" presId="urn:microsoft.com/office/officeart/2005/8/layout/hierarchy1"/>
    <dgm:cxn modelId="{F27A6AA1-4B37-4483-82ED-B5B0FD0C046C}" type="presParOf" srcId="{BF48CAF0-CE2B-44CC-98EC-3DC3D95FB2E0}" destId="{8CF3D4CD-BA50-4177-9BFE-BD654570C2B3}" srcOrd="0" destOrd="0" presId="urn:microsoft.com/office/officeart/2005/8/layout/hierarchy1"/>
    <dgm:cxn modelId="{06ADA481-F09A-4EE1-AFD4-F991A3EBC423}" type="presParOf" srcId="{BF48CAF0-CE2B-44CC-98EC-3DC3D95FB2E0}" destId="{C6B54988-9A9A-4625-9079-B31627601C86}" srcOrd="1" destOrd="0" presId="urn:microsoft.com/office/officeart/2005/8/layout/hierarchy1"/>
    <dgm:cxn modelId="{E619BC9E-C663-4FCE-B998-2FB2E8E9B937}" type="presParOf" srcId="{33A328AB-ED20-4CF4-87B6-A7AD08CC18AD}" destId="{BE2984F1-D7B2-42C4-AA60-04BEFCD115FF}" srcOrd="1" destOrd="0" presId="urn:microsoft.com/office/officeart/2005/8/layout/hierarchy1"/>
    <dgm:cxn modelId="{EA758FB5-1544-4991-87F5-7EE0F03A33C3}" type="presParOf" srcId="{BE2984F1-D7B2-42C4-AA60-04BEFCD115FF}" destId="{56DC5AD7-FB13-4E17-B6CB-DAE445AF29D0}" srcOrd="0" destOrd="0" presId="urn:microsoft.com/office/officeart/2005/8/layout/hierarchy1"/>
    <dgm:cxn modelId="{0DDB2553-B8F0-4745-8A16-0CB271DE7AB2}" type="presParOf" srcId="{BE2984F1-D7B2-42C4-AA60-04BEFCD115FF}" destId="{13FBEED0-9C55-43CC-B142-077E28AE0EF9}" srcOrd="1" destOrd="0" presId="urn:microsoft.com/office/officeart/2005/8/layout/hierarchy1"/>
    <dgm:cxn modelId="{55026821-EB20-4C1C-9057-A5A091FDFD38}" type="presParOf" srcId="{13FBEED0-9C55-43CC-B142-077E28AE0EF9}" destId="{E9835B5E-FBBA-4B9B-ADC8-252F40E5A038}" srcOrd="0" destOrd="0" presId="urn:microsoft.com/office/officeart/2005/8/layout/hierarchy1"/>
    <dgm:cxn modelId="{C68859EF-6150-4171-A3A9-70098131B09D}" type="presParOf" srcId="{E9835B5E-FBBA-4B9B-ADC8-252F40E5A038}" destId="{765CE61E-1A9B-4B8B-8DFC-C30DF48098E1}" srcOrd="0" destOrd="0" presId="urn:microsoft.com/office/officeart/2005/8/layout/hierarchy1"/>
    <dgm:cxn modelId="{9E79652B-4737-4A78-B308-B955EECF887F}" type="presParOf" srcId="{E9835B5E-FBBA-4B9B-ADC8-252F40E5A038}" destId="{9A677D29-F4EA-45AB-AAF8-015FAC541113}" srcOrd="1" destOrd="0" presId="urn:microsoft.com/office/officeart/2005/8/layout/hierarchy1"/>
    <dgm:cxn modelId="{BDD77670-EF74-4114-BC09-28E32C480433}" type="presParOf" srcId="{13FBEED0-9C55-43CC-B142-077E28AE0EF9}" destId="{FB9DB824-F3CE-4CFD-9092-53A220545A75}" srcOrd="1" destOrd="0" presId="urn:microsoft.com/office/officeart/2005/8/layout/hierarchy1"/>
    <dgm:cxn modelId="{51EB2391-1409-4026-9161-DF61A327DEFE}" type="presParOf" srcId="{BE2984F1-D7B2-42C4-AA60-04BEFCD115FF}" destId="{2FD1F50C-2E1D-4EE0-A08C-BC64F849A5B4}" srcOrd="2" destOrd="0" presId="urn:microsoft.com/office/officeart/2005/8/layout/hierarchy1"/>
    <dgm:cxn modelId="{AEE026CA-EC6E-4680-BD91-9EC7684ED9ED}" type="presParOf" srcId="{BE2984F1-D7B2-42C4-AA60-04BEFCD115FF}" destId="{4F5C5CA1-3AA4-4E36-A040-3A9E0B3620B7}" srcOrd="3" destOrd="0" presId="urn:microsoft.com/office/officeart/2005/8/layout/hierarchy1"/>
    <dgm:cxn modelId="{D9F4F9F6-B92E-4DFF-9E0B-933D703A90A3}" type="presParOf" srcId="{4F5C5CA1-3AA4-4E36-A040-3A9E0B3620B7}" destId="{D33D4A8D-5385-4AEF-898C-80C32855539D}" srcOrd="0" destOrd="0" presId="urn:microsoft.com/office/officeart/2005/8/layout/hierarchy1"/>
    <dgm:cxn modelId="{976EE12E-95F2-45EA-8872-B5B246EB7DF2}" type="presParOf" srcId="{D33D4A8D-5385-4AEF-898C-80C32855539D}" destId="{C5690DF6-9B90-49FA-8D8C-38AF83032CCF}" srcOrd="0" destOrd="0" presId="urn:microsoft.com/office/officeart/2005/8/layout/hierarchy1"/>
    <dgm:cxn modelId="{1BDEF178-DF73-4269-AC0B-E18AB8A33069}" type="presParOf" srcId="{D33D4A8D-5385-4AEF-898C-80C32855539D}" destId="{91273CFD-ED7A-4F05-AE4A-B3B62DA98C3A}" srcOrd="1" destOrd="0" presId="urn:microsoft.com/office/officeart/2005/8/layout/hierarchy1"/>
    <dgm:cxn modelId="{AAF4B2CF-A0B6-4AD7-BFA6-2EA69C8E114A}" type="presParOf" srcId="{4F5C5CA1-3AA4-4E36-A040-3A9E0B3620B7}" destId="{2A456726-AE99-4586-9C8E-95C78D755AE5}" srcOrd="1" destOrd="0" presId="urn:microsoft.com/office/officeart/2005/8/layout/hierarchy1"/>
    <dgm:cxn modelId="{5ADB89F7-9BF9-476D-8A0E-EB1FE7CB2E3C}" type="presParOf" srcId="{53ACE19C-48D9-4993-A8AE-7480C37DC5BF}" destId="{1E9C5B75-0B74-4222-AAA0-204BE6EFC088}" srcOrd="2" destOrd="0" presId="urn:microsoft.com/office/officeart/2005/8/layout/hierarchy1"/>
    <dgm:cxn modelId="{DFC06EA7-C68D-4725-8BA2-97B10002F494}" type="presParOf" srcId="{53ACE19C-48D9-4993-A8AE-7480C37DC5BF}" destId="{8F07DE5A-03E2-44D1-B7A6-29557743239A}" srcOrd="3" destOrd="0" presId="urn:microsoft.com/office/officeart/2005/8/layout/hierarchy1"/>
    <dgm:cxn modelId="{96E4F63F-C154-4298-BE97-D0191114790F}" type="presParOf" srcId="{8F07DE5A-03E2-44D1-B7A6-29557743239A}" destId="{EB1B1177-5FD2-4C40-9B9B-47C15C6ECFE1}" srcOrd="0" destOrd="0" presId="urn:microsoft.com/office/officeart/2005/8/layout/hierarchy1"/>
    <dgm:cxn modelId="{7D419AAF-E560-4807-8B3E-261D105362A8}" type="presParOf" srcId="{EB1B1177-5FD2-4C40-9B9B-47C15C6ECFE1}" destId="{8B521BCF-E953-42EB-9149-7ABC73AAAA29}" srcOrd="0" destOrd="0" presId="urn:microsoft.com/office/officeart/2005/8/layout/hierarchy1"/>
    <dgm:cxn modelId="{3A83678A-ABD9-40CF-AFB9-8E912DB753DA}" type="presParOf" srcId="{EB1B1177-5FD2-4C40-9B9B-47C15C6ECFE1}" destId="{F5121BE6-8F48-4EEF-9D60-3E8A280FAC52}" srcOrd="1" destOrd="0" presId="urn:microsoft.com/office/officeart/2005/8/layout/hierarchy1"/>
    <dgm:cxn modelId="{1DB34458-438A-49F8-85A1-F0DCC08FE88D}" type="presParOf" srcId="{8F07DE5A-03E2-44D1-B7A6-29557743239A}" destId="{CE3B677C-0C19-4DF5-B0D6-F97CC27D0ADC}" srcOrd="1" destOrd="0" presId="urn:microsoft.com/office/officeart/2005/8/layout/hierarchy1"/>
    <dgm:cxn modelId="{23F27378-C2AD-4312-9355-F61C702ACD92}" type="presParOf" srcId="{CE3B677C-0C19-4DF5-B0D6-F97CC27D0ADC}" destId="{17872451-DBEC-43A2-BEA0-ED7249E0AB71}" srcOrd="0" destOrd="0" presId="urn:microsoft.com/office/officeart/2005/8/layout/hierarchy1"/>
    <dgm:cxn modelId="{86A237E5-46CC-4F19-AE15-9A79C3DEB1DA}" type="presParOf" srcId="{CE3B677C-0C19-4DF5-B0D6-F97CC27D0ADC}" destId="{F0C7E435-AF08-40B0-8E2D-36862C0EFC1E}" srcOrd="1" destOrd="0" presId="urn:microsoft.com/office/officeart/2005/8/layout/hierarchy1"/>
    <dgm:cxn modelId="{471C47FB-3B1A-4656-8120-785E68C31874}" type="presParOf" srcId="{F0C7E435-AF08-40B0-8E2D-36862C0EFC1E}" destId="{3C4987F7-7BD7-4ABF-95CE-B5BBE8CD1D12}" srcOrd="0" destOrd="0" presId="urn:microsoft.com/office/officeart/2005/8/layout/hierarchy1"/>
    <dgm:cxn modelId="{267D342C-3D97-48DC-842F-B09485EB5AC5}" type="presParOf" srcId="{3C4987F7-7BD7-4ABF-95CE-B5BBE8CD1D12}" destId="{F2FC90B9-5DC6-4E56-9EF3-CC4E9870D600}" srcOrd="0" destOrd="0" presId="urn:microsoft.com/office/officeart/2005/8/layout/hierarchy1"/>
    <dgm:cxn modelId="{90DED868-B8E1-4783-B91C-9628C61E4F85}" type="presParOf" srcId="{3C4987F7-7BD7-4ABF-95CE-B5BBE8CD1D12}" destId="{DB843513-E564-4001-BB4A-EB69A1C8A6D7}" srcOrd="1" destOrd="0" presId="urn:microsoft.com/office/officeart/2005/8/layout/hierarchy1"/>
    <dgm:cxn modelId="{B6FBEE4B-0166-4A71-932F-44F8E6DFCA40}" type="presParOf" srcId="{F0C7E435-AF08-40B0-8E2D-36862C0EFC1E}" destId="{B6A6B057-406E-4B2E-8630-230A7226E11A}" srcOrd="1" destOrd="0" presId="urn:microsoft.com/office/officeart/2005/8/layout/hierarchy1"/>
    <dgm:cxn modelId="{6427319E-06F3-49E5-A87F-C1989C6CEFE6}" type="presParOf" srcId="{B6A6B057-406E-4B2E-8630-230A7226E11A}" destId="{E2180508-95AE-4845-952F-A19BE7F7C893}" srcOrd="0" destOrd="0" presId="urn:microsoft.com/office/officeart/2005/8/layout/hierarchy1"/>
    <dgm:cxn modelId="{4740AA5A-BF5D-4BE5-A979-182F1447DE14}" type="presParOf" srcId="{B6A6B057-406E-4B2E-8630-230A7226E11A}" destId="{0C867E0A-559A-43DF-888C-D49BFB6DDA97}" srcOrd="1" destOrd="0" presId="urn:microsoft.com/office/officeart/2005/8/layout/hierarchy1"/>
    <dgm:cxn modelId="{A0EF89B7-8016-4232-80EB-17ACF58CAB3D}" type="presParOf" srcId="{0C867E0A-559A-43DF-888C-D49BFB6DDA97}" destId="{DBDAC7C5-2637-46EB-8A11-CF067229432A}" srcOrd="0" destOrd="0" presId="urn:microsoft.com/office/officeart/2005/8/layout/hierarchy1"/>
    <dgm:cxn modelId="{C83D3312-2700-47D0-B71F-2387BE3106B1}" type="presParOf" srcId="{DBDAC7C5-2637-46EB-8A11-CF067229432A}" destId="{1AC4B491-A195-41A5-917E-908B69F2790A}" srcOrd="0" destOrd="0" presId="urn:microsoft.com/office/officeart/2005/8/layout/hierarchy1"/>
    <dgm:cxn modelId="{8852CD92-1E18-4190-B63B-68816B87DE48}" type="presParOf" srcId="{DBDAC7C5-2637-46EB-8A11-CF067229432A}" destId="{F9B10EB1-49F0-4E00-A7BA-AA88519FAD97}" srcOrd="1" destOrd="0" presId="urn:microsoft.com/office/officeart/2005/8/layout/hierarchy1"/>
    <dgm:cxn modelId="{81A83FBB-36AB-42E6-9AB9-8372D6FEBEE8}" type="presParOf" srcId="{0C867E0A-559A-43DF-888C-D49BFB6DDA97}" destId="{C681637D-0360-4B07-8258-1A0194F9484E}" srcOrd="1" destOrd="0" presId="urn:microsoft.com/office/officeart/2005/8/layout/hierarchy1"/>
    <dgm:cxn modelId="{FFFBFB15-BC14-4496-A1E4-D25AA832525C}" type="presParOf" srcId="{B6A6B057-406E-4B2E-8630-230A7226E11A}" destId="{A1477ECB-5E46-427C-8B97-90382B64B52D}" srcOrd="2" destOrd="0" presId="urn:microsoft.com/office/officeart/2005/8/layout/hierarchy1"/>
    <dgm:cxn modelId="{EE52D2E1-CB0A-4AD6-96E4-AA9AEAFE217E}" type="presParOf" srcId="{B6A6B057-406E-4B2E-8630-230A7226E11A}" destId="{4480B0E5-6046-4B84-A166-20125850C817}" srcOrd="3" destOrd="0" presId="urn:microsoft.com/office/officeart/2005/8/layout/hierarchy1"/>
    <dgm:cxn modelId="{26237190-29A8-4C43-8624-71300FCB98E3}" type="presParOf" srcId="{4480B0E5-6046-4B84-A166-20125850C817}" destId="{06898AC2-7B11-49EA-A5B8-6835EDF756CC}" srcOrd="0" destOrd="0" presId="urn:microsoft.com/office/officeart/2005/8/layout/hierarchy1"/>
    <dgm:cxn modelId="{806899A7-5BAF-4881-8943-6E5F8D99FCDB}" type="presParOf" srcId="{06898AC2-7B11-49EA-A5B8-6835EDF756CC}" destId="{9533C498-EFFA-4735-8995-B2E8B16190DD}" srcOrd="0" destOrd="0" presId="urn:microsoft.com/office/officeart/2005/8/layout/hierarchy1"/>
    <dgm:cxn modelId="{EF18EA45-9529-4E68-AE60-3278F032E179}" type="presParOf" srcId="{06898AC2-7B11-49EA-A5B8-6835EDF756CC}" destId="{8DA80919-9216-4623-9C4D-50F30FFA28EE}" srcOrd="1" destOrd="0" presId="urn:microsoft.com/office/officeart/2005/8/layout/hierarchy1"/>
    <dgm:cxn modelId="{0E77CF7B-329B-4A46-87E4-B7EC0500847A}" type="presParOf" srcId="{4480B0E5-6046-4B84-A166-20125850C817}" destId="{F8E77A1A-4DFA-4DC1-BBD1-D6D4B3B143A7}" srcOrd="1" destOrd="0" presId="urn:microsoft.com/office/officeart/2005/8/layout/hierarchy1"/>
    <dgm:cxn modelId="{924FF0AC-1734-4BFC-AD5F-D8D84D035F5B}" type="presParOf" srcId="{B6A6B057-406E-4B2E-8630-230A7226E11A}" destId="{E79C78B3-CCF8-4757-BB89-026F0626D223}" srcOrd="4" destOrd="0" presId="urn:microsoft.com/office/officeart/2005/8/layout/hierarchy1"/>
    <dgm:cxn modelId="{06F97A6F-70AC-4818-B48A-683957E15CD5}" type="presParOf" srcId="{B6A6B057-406E-4B2E-8630-230A7226E11A}" destId="{56200A6C-5C78-4A5E-9AED-7B667DB51BCD}" srcOrd="5" destOrd="0" presId="urn:microsoft.com/office/officeart/2005/8/layout/hierarchy1"/>
    <dgm:cxn modelId="{39654C68-F2E0-4A0F-8674-4EFA225273FB}" type="presParOf" srcId="{56200A6C-5C78-4A5E-9AED-7B667DB51BCD}" destId="{B2CAFA8E-266F-4F0C-878D-75B19B03E57C}" srcOrd="0" destOrd="0" presId="urn:microsoft.com/office/officeart/2005/8/layout/hierarchy1"/>
    <dgm:cxn modelId="{6E3B55DE-D53B-4BD3-94CE-35E5B70559B7}" type="presParOf" srcId="{B2CAFA8E-266F-4F0C-878D-75B19B03E57C}" destId="{8D9B8EC6-3171-4741-A7BD-B4B0E20DE8B7}" srcOrd="0" destOrd="0" presId="urn:microsoft.com/office/officeart/2005/8/layout/hierarchy1"/>
    <dgm:cxn modelId="{F626E6D3-7526-44FD-8626-9639B0A5F5B7}" type="presParOf" srcId="{B2CAFA8E-266F-4F0C-878D-75B19B03E57C}" destId="{C7225CE6-A4C8-443B-9D31-9246C4344CFF}" srcOrd="1" destOrd="0" presId="urn:microsoft.com/office/officeart/2005/8/layout/hierarchy1"/>
    <dgm:cxn modelId="{B451B6B8-50B3-4D04-ACC0-E0EBFAC40917}" type="presParOf" srcId="{56200A6C-5C78-4A5E-9AED-7B667DB51BCD}" destId="{B0C4C0BD-CE50-44C4-B7F2-C7B5F214337E}" srcOrd="1" destOrd="0" presId="urn:microsoft.com/office/officeart/2005/8/layout/hierarchy1"/>
    <dgm:cxn modelId="{316B4ED4-A28D-4254-9C55-5A6C72EE27FC}" type="presParOf" srcId="{B6A6B057-406E-4B2E-8630-230A7226E11A}" destId="{DD790CF4-5262-4A38-9330-B68CEE6CACC2}" srcOrd="6" destOrd="0" presId="urn:microsoft.com/office/officeart/2005/8/layout/hierarchy1"/>
    <dgm:cxn modelId="{D80E759B-FD66-4FED-9063-5FDEB9D81BE0}" type="presParOf" srcId="{B6A6B057-406E-4B2E-8630-230A7226E11A}" destId="{8C6AF5A7-C573-4969-8CE6-6FCA99AE7195}" srcOrd="7" destOrd="0" presId="urn:microsoft.com/office/officeart/2005/8/layout/hierarchy1"/>
    <dgm:cxn modelId="{5DAAD15A-D2E3-4D44-9243-86602E9F92F1}" type="presParOf" srcId="{8C6AF5A7-C573-4969-8CE6-6FCA99AE7195}" destId="{8D001D11-68CE-45EF-8937-F5BBF8AAA15D}" srcOrd="0" destOrd="0" presId="urn:microsoft.com/office/officeart/2005/8/layout/hierarchy1"/>
    <dgm:cxn modelId="{DCC5B08D-D994-4470-B6BC-9EF901A0DC52}" type="presParOf" srcId="{8D001D11-68CE-45EF-8937-F5BBF8AAA15D}" destId="{BC1B47D8-D626-4E48-A8CF-C2BDBE5543DD}" srcOrd="0" destOrd="0" presId="urn:microsoft.com/office/officeart/2005/8/layout/hierarchy1"/>
    <dgm:cxn modelId="{7034DBF3-11C8-4DA9-9613-5C8C23DEEFA7}" type="presParOf" srcId="{8D001D11-68CE-45EF-8937-F5BBF8AAA15D}" destId="{84430D7C-897C-41C2-AB66-15F5FFC414B7}" srcOrd="1" destOrd="0" presId="urn:microsoft.com/office/officeart/2005/8/layout/hierarchy1"/>
    <dgm:cxn modelId="{8F8849FA-9E16-4811-AB92-1EB2BE2FFA49}" type="presParOf" srcId="{8C6AF5A7-C573-4969-8CE6-6FCA99AE7195}" destId="{94B1EE79-CB93-4D88-8365-07E6ACEB5E6C}" srcOrd="1" destOrd="0" presId="urn:microsoft.com/office/officeart/2005/8/layout/hierarchy1"/>
    <dgm:cxn modelId="{01303E63-FC3E-4581-98E3-52D9062326E7}" type="presParOf" srcId="{CE3B677C-0C19-4DF5-B0D6-F97CC27D0ADC}" destId="{63274922-A1A8-4929-8D35-F6550DB99D15}" srcOrd="2" destOrd="0" presId="urn:microsoft.com/office/officeart/2005/8/layout/hierarchy1"/>
    <dgm:cxn modelId="{5CFD27B4-8FE7-4CDC-927F-C8CFE1EB4CE8}" type="presParOf" srcId="{CE3B677C-0C19-4DF5-B0D6-F97CC27D0ADC}" destId="{5979DE3F-4ED6-42AB-9F89-B4D37C88641B}" srcOrd="3" destOrd="0" presId="urn:microsoft.com/office/officeart/2005/8/layout/hierarchy1"/>
    <dgm:cxn modelId="{6AE6BF70-9B44-4DF5-898B-9C3F9B47A959}" type="presParOf" srcId="{5979DE3F-4ED6-42AB-9F89-B4D37C88641B}" destId="{F2876E69-62A4-4A67-87DC-C9744B2F9E10}" srcOrd="0" destOrd="0" presId="urn:microsoft.com/office/officeart/2005/8/layout/hierarchy1"/>
    <dgm:cxn modelId="{20B9E407-87AB-44F2-AE21-CE7D9307CF2D}" type="presParOf" srcId="{F2876E69-62A4-4A67-87DC-C9744B2F9E10}" destId="{F9E2559C-E92D-48D0-B761-9B4B5308F2FE}" srcOrd="0" destOrd="0" presId="urn:microsoft.com/office/officeart/2005/8/layout/hierarchy1"/>
    <dgm:cxn modelId="{131AF0A4-A663-48BE-985D-E61726FDEDAC}" type="presParOf" srcId="{F2876E69-62A4-4A67-87DC-C9744B2F9E10}" destId="{997F296F-975B-41A1-A6FF-C866969985BA}" srcOrd="1" destOrd="0" presId="urn:microsoft.com/office/officeart/2005/8/layout/hierarchy1"/>
    <dgm:cxn modelId="{BD36007D-ACD3-4202-A642-44177F0C375E}" type="presParOf" srcId="{5979DE3F-4ED6-42AB-9F89-B4D37C88641B}" destId="{2FBCFD91-F5AE-40B9-8EEE-58A54F205438}" srcOrd="1" destOrd="0" presId="urn:microsoft.com/office/officeart/2005/8/layout/hierarchy1"/>
    <dgm:cxn modelId="{C44A9BBF-D690-4D09-93A9-A940D3D0BA61}" type="presParOf" srcId="{2FBCFD91-F5AE-40B9-8EEE-58A54F205438}" destId="{6668C9BE-5F16-4967-B163-32F78288E9B3}" srcOrd="0" destOrd="0" presId="urn:microsoft.com/office/officeart/2005/8/layout/hierarchy1"/>
    <dgm:cxn modelId="{8E9BF245-A3B1-4B84-8E69-0A54911B4F95}" type="presParOf" srcId="{2FBCFD91-F5AE-40B9-8EEE-58A54F205438}" destId="{8D32806C-2097-482B-A211-6FF9F4E2A68C}" srcOrd="1" destOrd="0" presId="urn:microsoft.com/office/officeart/2005/8/layout/hierarchy1"/>
    <dgm:cxn modelId="{29B2BD53-BEF6-4A02-937A-06A8CFAD59FC}" type="presParOf" srcId="{8D32806C-2097-482B-A211-6FF9F4E2A68C}" destId="{7A1A5A87-3E1D-4658-A554-08D341A60F80}" srcOrd="0" destOrd="0" presId="urn:microsoft.com/office/officeart/2005/8/layout/hierarchy1"/>
    <dgm:cxn modelId="{89C40455-F238-4F79-A5E7-53DAEA2E26F8}" type="presParOf" srcId="{7A1A5A87-3E1D-4658-A554-08D341A60F80}" destId="{8BE1A4D7-BFE4-4789-95A0-8BF4C5AA4E02}" srcOrd="0" destOrd="0" presId="urn:microsoft.com/office/officeart/2005/8/layout/hierarchy1"/>
    <dgm:cxn modelId="{773AAF2B-D4E0-46DA-A3A0-0D18901DD4C9}" type="presParOf" srcId="{7A1A5A87-3E1D-4658-A554-08D341A60F80}" destId="{2DC31917-0AC7-43B3-98DF-52B488B6B4D1}" srcOrd="1" destOrd="0" presId="urn:microsoft.com/office/officeart/2005/8/layout/hierarchy1"/>
    <dgm:cxn modelId="{4047967F-9AF4-45AE-9D87-907344424D3E}" type="presParOf" srcId="{8D32806C-2097-482B-A211-6FF9F4E2A68C}" destId="{DC4F94FD-4BAF-421C-8BAE-CD3627F515D3}" srcOrd="1" destOrd="0" presId="urn:microsoft.com/office/officeart/2005/8/layout/hierarchy1"/>
    <dgm:cxn modelId="{08DEBABD-18FD-4FE3-B72A-80FF09B292A5}" type="presParOf" srcId="{2FBCFD91-F5AE-40B9-8EEE-58A54F205438}" destId="{687716EA-9053-407A-89DB-DB44DEC34935}" srcOrd="2" destOrd="0" presId="urn:microsoft.com/office/officeart/2005/8/layout/hierarchy1"/>
    <dgm:cxn modelId="{C3672514-088E-4A39-9FDA-CA6BBEE63A23}" type="presParOf" srcId="{2FBCFD91-F5AE-40B9-8EEE-58A54F205438}" destId="{BC6DB3E6-7FD2-4DB6-9C54-02743CFFECAC}" srcOrd="3" destOrd="0" presId="urn:microsoft.com/office/officeart/2005/8/layout/hierarchy1"/>
    <dgm:cxn modelId="{AC801C11-0E0F-4B6B-9F39-74C37B2F371E}" type="presParOf" srcId="{BC6DB3E6-7FD2-4DB6-9C54-02743CFFECAC}" destId="{F227B066-6E74-409D-A4C7-1434B4503662}" srcOrd="0" destOrd="0" presId="urn:microsoft.com/office/officeart/2005/8/layout/hierarchy1"/>
    <dgm:cxn modelId="{5DE1194B-2F83-4F36-8428-6791BD9063BF}" type="presParOf" srcId="{F227B066-6E74-409D-A4C7-1434B4503662}" destId="{BC5DDFA1-6DEB-4F9E-BFB0-91A84EC067C0}" srcOrd="0" destOrd="0" presId="urn:microsoft.com/office/officeart/2005/8/layout/hierarchy1"/>
    <dgm:cxn modelId="{A17F4655-9C86-47B2-AC8F-54173A84CF9B}" type="presParOf" srcId="{F227B066-6E74-409D-A4C7-1434B4503662}" destId="{0477C31E-AA8F-4A32-B99E-638C288D53DC}" srcOrd="1" destOrd="0" presId="urn:microsoft.com/office/officeart/2005/8/layout/hierarchy1"/>
    <dgm:cxn modelId="{873C10A8-B5BF-47D6-A8FF-13A22831D75B}" type="presParOf" srcId="{BC6DB3E6-7FD2-4DB6-9C54-02743CFFECAC}" destId="{FB536538-14D9-4B90-9FFF-3F7BEF463EBD}" srcOrd="1" destOrd="0" presId="urn:microsoft.com/office/officeart/2005/8/layout/hierarchy1"/>
    <dgm:cxn modelId="{5101D0D9-FA16-43D6-9AA2-BF054959A855}" type="presParOf" srcId="{79A723B9-9759-4850-A8F2-30F1DA1920D3}" destId="{C6119160-8170-4CEC-8876-75E49B40D4AE}" srcOrd="2" destOrd="0" presId="urn:microsoft.com/office/officeart/2005/8/layout/hierarchy1"/>
    <dgm:cxn modelId="{EBF5803B-7CF5-40F7-B327-2EB3A98B43C0}" type="presParOf" srcId="{79A723B9-9759-4850-A8F2-30F1DA1920D3}" destId="{7769B416-0A5D-42CC-AC0F-DFC409143BD2}" srcOrd="3" destOrd="0" presId="urn:microsoft.com/office/officeart/2005/8/layout/hierarchy1"/>
    <dgm:cxn modelId="{580A7D80-DFF5-40E1-BB29-7C2E1276B870}" type="presParOf" srcId="{7769B416-0A5D-42CC-AC0F-DFC409143BD2}" destId="{DD55615C-1884-494B-BA2B-77018EB628D0}" srcOrd="0" destOrd="0" presId="urn:microsoft.com/office/officeart/2005/8/layout/hierarchy1"/>
    <dgm:cxn modelId="{11CD19DA-A816-4822-BC06-5DD0DBEFD4D4}" type="presParOf" srcId="{DD55615C-1884-494B-BA2B-77018EB628D0}" destId="{2962A1DA-51E7-499C-B0A0-46B5C608B4F4}" srcOrd="0" destOrd="0" presId="urn:microsoft.com/office/officeart/2005/8/layout/hierarchy1"/>
    <dgm:cxn modelId="{A772A708-F107-413F-9837-0B06392E5135}" type="presParOf" srcId="{DD55615C-1884-494B-BA2B-77018EB628D0}" destId="{7302E752-D79C-46FC-B764-5928F046DE90}" srcOrd="1" destOrd="0" presId="urn:microsoft.com/office/officeart/2005/8/layout/hierarchy1"/>
    <dgm:cxn modelId="{E2482BAB-95D9-4EE8-84F6-7B8EBD31C630}" type="presParOf" srcId="{7769B416-0A5D-42CC-AC0F-DFC409143BD2}" destId="{7631DE62-6255-48BE-9D6D-B93E482F7E6B}" srcOrd="1" destOrd="0" presId="urn:microsoft.com/office/officeart/2005/8/layout/hierarchy1"/>
    <dgm:cxn modelId="{0F792249-EF35-438D-9B93-4B0BFFB8FB81}" type="presParOf" srcId="{7631DE62-6255-48BE-9D6D-B93E482F7E6B}" destId="{AB995181-6859-4EFD-B49D-041BCFC13B45}" srcOrd="0" destOrd="0" presId="urn:microsoft.com/office/officeart/2005/8/layout/hierarchy1"/>
    <dgm:cxn modelId="{C6308B06-0D1D-48A9-A24F-C523C18F8A07}" type="presParOf" srcId="{7631DE62-6255-48BE-9D6D-B93E482F7E6B}" destId="{12E33FC6-B503-43AE-8A13-A771C9880612}" srcOrd="1" destOrd="0" presId="urn:microsoft.com/office/officeart/2005/8/layout/hierarchy1"/>
    <dgm:cxn modelId="{96C4B614-8CD5-4357-90B5-3C845BD3110C}" type="presParOf" srcId="{12E33FC6-B503-43AE-8A13-A771C9880612}" destId="{40526EBB-E89A-4D75-B34B-5EB8624C61E4}" srcOrd="0" destOrd="0" presId="urn:microsoft.com/office/officeart/2005/8/layout/hierarchy1"/>
    <dgm:cxn modelId="{8557353E-370C-488D-8062-0F6AE026815A}" type="presParOf" srcId="{40526EBB-E89A-4D75-B34B-5EB8624C61E4}" destId="{993EF23D-07B2-4C4B-B75C-3CB284997FB9}" srcOrd="0" destOrd="0" presId="urn:microsoft.com/office/officeart/2005/8/layout/hierarchy1"/>
    <dgm:cxn modelId="{5178539F-BEB3-472C-B439-26C99A0D2247}" type="presParOf" srcId="{40526EBB-E89A-4D75-B34B-5EB8624C61E4}" destId="{511EA00F-3549-4A91-B364-6EACFB777BB1}" srcOrd="1" destOrd="0" presId="urn:microsoft.com/office/officeart/2005/8/layout/hierarchy1"/>
    <dgm:cxn modelId="{3BB3C17B-DADA-4688-82B3-F9CB82A17476}" type="presParOf" srcId="{12E33FC6-B503-43AE-8A13-A771C9880612}" destId="{422D843C-B6BD-496B-9822-4C68A4040935}" srcOrd="1" destOrd="0" presId="urn:microsoft.com/office/officeart/2005/8/layout/hierarchy1"/>
    <dgm:cxn modelId="{BA8FF747-F62E-4624-BCC5-5B639F639BCE}" type="presParOf" srcId="{7631DE62-6255-48BE-9D6D-B93E482F7E6B}" destId="{C688C202-87E0-4C10-9E9D-2CE43EF1592D}" srcOrd="2" destOrd="0" presId="urn:microsoft.com/office/officeart/2005/8/layout/hierarchy1"/>
    <dgm:cxn modelId="{0A650FAA-B2DA-4745-92E6-95E8EB5D95AC}" type="presParOf" srcId="{7631DE62-6255-48BE-9D6D-B93E482F7E6B}" destId="{6BA358D9-7E4B-447D-89F2-41A7FED6A3A1}" srcOrd="3" destOrd="0" presId="urn:microsoft.com/office/officeart/2005/8/layout/hierarchy1"/>
    <dgm:cxn modelId="{4B5731F3-1AB7-422D-B7C9-FB24B558D801}" type="presParOf" srcId="{6BA358D9-7E4B-447D-89F2-41A7FED6A3A1}" destId="{ABF65968-6631-4C99-A91B-D6D2D09D4FC5}" srcOrd="0" destOrd="0" presId="urn:microsoft.com/office/officeart/2005/8/layout/hierarchy1"/>
    <dgm:cxn modelId="{0F5D8B9F-E1B7-4115-B6C9-B47C9EEB503A}" type="presParOf" srcId="{ABF65968-6631-4C99-A91B-D6D2D09D4FC5}" destId="{3A8F5D6C-64B8-4CC6-B6C3-EF5E9D25B55D}" srcOrd="0" destOrd="0" presId="urn:microsoft.com/office/officeart/2005/8/layout/hierarchy1"/>
    <dgm:cxn modelId="{DBFF7BCA-43E7-4580-A0B9-86D4DA3161DC}" type="presParOf" srcId="{ABF65968-6631-4C99-A91B-D6D2D09D4FC5}" destId="{A2A0B2E4-CCA5-4134-BD1C-9C4C91D4E022}" srcOrd="1" destOrd="0" presId="urn:microsoft.com/office/officeart/2005/8/layout/hierarchy1"/>
    <dgm:cxn modelId="{7A3CE9C6-6D54-461A-BF7E-46EA6D5620C1}" type="presParOf" srcId="{6BA358D9-7E4B-447D-89F2-41A7FED6A3A1}" destId="{F994A322-78C7-43C6-8695-5F5E08BCCE60}" srcOrd="1" destOrd="0" presId="urn:microsoft.com/office/officeart/2005/8/layout/hierarchy1"/>
    <dgm:cxn modelId="{147B3208-9EF9-4E9B-AC17-C3CF57A0EB0C}" type="presParOf" srcId="{7631DE62-6255-48BE-9D6D-B93E482F7E6B}" destId="{A19EA6E3-AB9F-4633-A175-E27AA7DDBFC4}" srcOrd="4" destOrd="0" presId="urn:microsoft.com/office/officeart/2005/8/layout/hierarchy1"/>
    <dgm:cxn modelId="{877E1BF5-FB3D-42AF-A819-F745DC5B35FC}" type="presParOf" srcId="{7631DE62-6255-48BE-9D6D-B93E482F7E6B}" destId="{6113960F-D45C-40B1-B106-E778F6100103}" srcOrd="5" destOrd="0" presId="urn:microsoft.com/office/officeart/2005/8/layout/hierarchy1"/>
    <dgm:cxn modelId="{21986D52-3E10-477A-8348-2BE7422CF73F}" type="presParOf" srcId="{6113960F-D45C-40B1-B106-E778F6100103}" destId="{06860DE6-C480-497B-A913-540E1D0C0494}" srcOrd="0" destOrd="0" presId="urn:microsoft.com/office/officeart/2005/8/layout/hierarchy1"/>
    <dgm:cxn modelId="{42FC684F-13FA-48CB-B766-38C0415E22BD}" type="presParOf" srcId="{06860DE6-C480-497B-A913-540E1D0C0494}" destId="{49DF7A91-0995-40B6-B0D5-28D361C1D50C}" srcOrd="0" destOrd="0" presId="urn:microsoft.com/office/officeart/2005/8/layout/hierarchy1"/>
    <dgm:cxn modelId="{5AA6917C-8CB5-4886-A0B6-C8F7832EB9AF}" type="presParOf" srcId="{06860DE6-C480-497B-A913-540E1D0C0494}" destId="{998F7385-B684-4B04-B422-420DD502350F}" srcOrd="1" destOrd="0" presId="urn:microsoft.com/office/officeart/2005/8/layout/hierarchy1"/>
    <dgm:cxn modelId="{0F8F03D4-E1E0-4F3D-AD74-62604D6F6357}" type="presParOf" srcId="{6113960F-D45C-40B1-B106-E778F6100103}" destId="{13E5D544-7B1B-4D88-AFDC-11037B8EF65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9EA6E3-AB9F-4633-A175-E27AA7DDBFC4}">
      <dsp:nvSpPr>
        <dsp:cNvPr id="0" name=""/>
        <dsp:cNvSpPr/>
      </dsp:nvSpPr>
      <dsp:spPr>
        <a:xfrm>
          <a:off x="7327186" y="2038678"/>
          <a:ext cx="1239866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1239866" y="201055"/>
              </a:lnTo>
              <a:lnTo>
                <a:pt x="1239866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88C202-87E0-4C10-9E9D-2CE43EF1592D}">
      <dsp:nvSpPr>
        <dsp:cNvPr id="0" name=""/>
        <dsp:cNvSpPr/>
      </dsp:nvSpPr>
      <dsp:spPr>
        <a:xfrm>
          <a:off x="7281466" y="2038678"/>
          <a:ext cx="91440" cy="29503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995181-6859-4EFD-B49D-041BCFC13B45}">
      <dsp:nvSpPr>
        <dsp:cNvPr id="0" name=""/>
        <dsp:cNvSpPr/>
      </dsp:nvSpPr>
      <dsp:spPr>
        <a:xfrm>
          <a:off x="6087319" y="2038678"/>
          <a:ext cx="1239866" cy="295031"/>
        </a:xfrm>
        <a:custGeom>
          <a:avLst/>
          <a:gdLst/>
          <a:ahLst/>
          <a:cxnLst/>
          <a:rect l="0" t="0" r="0" b="0"/>
          <a:pathLst>
            <a:path>
              <a:moveTo>
                <a:pt x="1239866" y="0"/>
              </a:moveTo>
              <a:lnTo>
                <a:pt x="1239866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119160-8170-4CEC-8876-75E49B40D4AE}">
      <dsp:nvSpPr>
        <dsp:cNvPr id="0" name=""/>
        <dsp:cNvSpPr/>
      </dsp:nvSpPr>
      <dsp:spPr>
        <a:xfrm>
          <a:off x="5157419" y="1099479"/>
          <a:ext cx="2169766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2169766" y="201055"/>
              </a:lnTo>
              <a:lnTo>
                <a:pt x="2169766" y="29503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7716EA-9053-407A-89DB-DB44DEC34935}">
      <dsp:nvSpPr>
        <dsp:cNvPr id="0" name=""/>
        <dsp:cNvSpPr/>
      </dsp:nvSpPr>
      <dsp:spPr>
        <a:xfrm>
          <a:off x="6707253" y="3917076"/>
          <a:ext cx="619933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619933" y="201055"/>
              </a:lnTo>
              <a:lnTo>
                <a:pt x="619933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68C9BE-5F16-4967-B163-32F78288E9B3}">
      <dsp:nvSpPr>
        <dsp:cNvPr id="0" name=""/>
        <dsp:cNvSpPr/>
      </dsp:nvSpPr>
      <dsp:spPr>
        <a:xfrm>
          <a:off x="6087319" y="3917076"/>
          <a:ext cx="619933" cy="295031"/>
        </a:xfrm>
        <a:custGeom>
          <a:avLst/>
          <a:gdLst/>
          <a:ahLst/>
          <a:cxnLst/>
          <a:rect l="0" t="0" r="0" b="0"/>
          <a:pathLst>
            <a:path>
              <a:moveTo>
                <a:pt x="619933" y="0"/>
              </a:moveTo>
              <a:lnTo>
                <a:pt x="619933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274922-A1A8-4929-8D35-F6550DB99D15}">
      <dsp:nvSpPr>
        <dsp:cNvPr id="0" name=""/>
        <dsp:cNvSpPr/>
      </dsp:nvSpPr>
      <dsp:spPr>
        <a:xfrm>
          <a:off x="4847453" y="2977877"/>
          <a:ext cx="1859800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1859800" y="201055"/>
              </a:lnTo>
              <a:lnTo>
                <a:pt x="185980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790CF4-5262-4A38-9330-B68CEE6CACC2}">
      <dsp:nvSpPr>
        <dsp:cNvPr id="0" name=""/>
        <dsp:cNvSpPr/>
      </dsp:nvSpPr>
      <dsp:spPr>
        <a:xfrm>
          <a:off x="2987652" y="3917076"/>
          <a:ext cx="1859800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1859800" y="201055"/>
              </a:lnTo>
              <a:lnTo>
                <a:pt x="185980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9C78B3-CCF8-4757-BB89-026F0626D223}">
      <dsp:nvSpPr>
        <dsp:cNvPr id="0" name=""/>
        <dsp:cNvSpPr/>
      </dsp:nvSpPr>
      <dsp:spPr>
        <a:xfrm>
          <a:off x="2987652" y="3917076"/>
          <a:ext cx="619933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619933" y="201055"/>
              </a:lnTo>
              <a:lnTo>
                <a:pt x="619933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477ECB-5E46-427C-8B97-90382B64B52D}">
      <dsp:nvSpPr>
        <dsp:cNvPr id="0" name=""/>
        <dsp:cNvSpPr/>
      </dsp:nvSpPr>
      <dsp:spPr>
        <a:xfrm>
          <a:off x="2367719" y="3917076"/>
          <a:ext cx="619933" cy="295031"/>
        </a:xfrm>
        <a:custGeom>
          <a:avLst/>
          <a:gdLst/>
          <a:ahLst/>
          <a:cxnLst/>
          <a:rect l="0" t="0" r="0" b="0"/>
          <a:pathLst>
            <a:path>
              <a:moveTo>
                <a:pt x="619933" y="0"/>
              </a:moveTo>
              <a:lnTo>
                <a:pt x="619933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180508-95AE-4845-952F-A19BE7F7C893}">
      <dsp:nvSpPr>
        <dsp:cNvPr id="0" name=""/>
        <dsp:cNvSpPr/>
      </dsp:nvSpPr>
      <dsp:spPr>
        <a:xfrm>
          <a:off x="1127852" y="3917076"/>
          <a:ext cx="1859800" cy="295031"/>
        </a:xfrm>
        <a:custGeom>
          <a:avLst/>
          <a:gdLst/>
          <a:ahLst/>
          <a:cxnLst/>
          <a:rect l="0" t="0" r="0" b="0"/>
          <a:pathLst>
            <a:path>
              <a:moveTo>
                <a:pt x="1859800" y="0"/>
              </a:moveTo>
              <a:lnTo>
                <a:pt x="1859800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872451-DBEC-43A2-BEA0-ED7249E0AB71}">
      <dsp:nvSpPr>
        <dsp:cNvPr id="0" name=""/>
        <dsp:cNvSpPr/>
      </dsp:nvSpPr>
      <dsp:spPr>
        <a:xfrm>
          <a:off x="2987652" y="2977877"/>
          <a:ext cx="1859800" cy="295031"/>
        </a:xfrm>
        <a:custGeom>
          <a:avLst/>
          <a:gdLst/>
          <a:ahLst/>
          <a:cxnLst/>
          <a:rect l="0" t="0" r="0" b="0"/>
          <a:pathLst>
            <a:path>
              <a:moveTo>
                <a:pt x="1859800" y="0"/>
              </a:moveTo>
              <a:lnTo>
                <a:pt x="1859800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E9C5B75-0B74-4222-AAA0-204BE6EFC088}">
      <dsp:nvSpPr>
        <dsp:cNvPr id="0" name=""/>
        <dsp:cNvSpPr/>
      </dsp:nvSpPr>
      <dsp:spPr>
        <a:xfrm>
          <a:off x="2987652" y="2038678"/>
          <a:ext cx="1859800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1859800" y="201055"/>
              </a:lnTo>
              <a:lnTo>
                <a:pt x="185980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D1F50C-2E1D-4EE0-A08C-BC64F849A5B4}">
      <dsp:nvSpPr>
        <dsp:cNvPr id="0" name=""/>
        <dsp:cNvSpPr/>
      </dsp:nvSpPr>
      <dsp:spPr>
        <a:xfrm>
          <a:off x="1127852" y="2977877"/>
          <a:ext cx="619933" cy="2950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1055"/>
              </a:lnTo>
              <a:lnTo>
                <a:pt x="619933" y="201055"/>
              </a:lnTo>
              <a:lnTo>
                <a:pt x="619933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DC5AD7-FB13-4E17-B6CB-DAE445AF29D0}">
      <dsp:nvSpPr>
        <dsp:cNvPr id="0" name=""/>
        <dsp:cNvSpPr/>
      </dsp:nvSpPr>
      <dsp:spPr>
        <a:xfrm>
          <a:off x="507919" y="2977877"/>
          <a:ext cx="619933" cy="295031"/>
        </a:xfrm>
        <a:custGeom>
          <a:avLst/>
          <a:gdLst/>
          <a:ahLst/>
          <a:cxnLst/>
          <a:rect l="0" t="0" r="0" b="0"/>
          <a:pathLst>
            <a:path>
              <a:moveTo>
                <a:pt x="619933" y="0"/>
              </a:moveTo>
              <a:lnTo>
                <a:pt x="619933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553E65-117C-4566-B0AC-73E652F9B66C}">
      <dsp:nvSpPr>
        <dsp:cNvPr id="0" name=""/>
        <dsp:cNvSpPr/>
      </dsp:nvSpPr>
      <dsp:spPr>
        <a:xfrm>
          <a:off x="1127852" y="2038678"/>
          <a:ext cx="1859800" cy="295031"/>
        </a:xfrm>
        <a:custGeom>
          <a:avLst/>
          <a:gdLst/>
          <a:ahLst/>
          <a:cxnLst/>
          <a:rect l="0" t="0" r="0" b="0"/>
          <a:pathLst>
            <a:path>
              <a:moveTo>
                <a:pt x="1859800" y="0"/>
              </a:moveTo>
              <a:lnTo>
                <a:pt x="1859800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C7E29D-2ED9-4C02-91C3-CD356FF6983B}">
      <dsp:nvSpPr>
        <dsp:cNvPr id="0" name=""/>
        <dsp:cNvSpPr/>
      </dsp:nvSpPr>
      <dsp:spPr>
        <a:xfrm>
          <a:off x="2987652" y="1099479"/>
          <a:ext cx="2169766" cy="295031"/>
        </a:xfrm>
        <a:custGeom>
          <a:avLst/>
          <a:gdLst/>
          <a:ahLst/>
          <a:cxnLst/>
          <a:rect l="0" t="0" r="0" b="0"/>
          <a:pathLst>
            <a:path>
              <a:moveTo>
                <a:pt x="2169766" y="0"/>
              </a:moveTo>
              <a:lnTo>
                <a:pt x="2169766" y="201055"/>
              </a:lnTo>
              <a:lnTo>
                <a:pt x="0" y="201055"/>
              </a:lnTo>
              <a:lnTo>
                <a:pt x="0" y="29503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1A2FD4D-E079-432C-BC8E-CEFDF2DDCFC3}">
      <dsp:nvSpPr>
        <dsp:cNvPr id="0" name=""/>
        <dsp:cNvSpPr/>
      </dsp:nvSpPr>
      <dsp:spPr>
        <a:xfrm>
          <a:off x="4650201" y="455311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C5A43B-56F2-4345-86A0-B986F6686AC3}">
      <dsp:nvSpPr>
        <dsp:cNvPr id="0" name=""/>
        <dsp:cNvSpPr/>
      </dsp:nvSpPr>
      <dsp:spPr>
        <a:xfrm>
          <a:off x="4762916" y="562391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Data Type in Java</a:t>
          </a:r>
          <a:endParaRPr lang="en-IN" sz="1200" kern="1200" dirty="0"/>
        </a:p>
      </dsp:txBody>
      <dsp:txXfrm>
        <a:off x="4781783" y="581258"/>
        <a:ext cx="976702" cy="606433"/>
      </dsp:txXfrm>
    </dsp:sp>
    <dsp:sp modelId="{8B1F42BA-D28F-4F31-B04F-95F8DD7C5C49}">
      <dsp:nvSpPr>
        <dsp:cNvPr id="0" name=""/>
        <dsp:cNvSpPr/>
      </dsp:nvSpPr>
      <dsp:spPr>
        <a:xfrm>
          <a:off x="2480434" y="1394511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A24C73-C196-4A1F-96BF-1D3DF4613B2D}">
      <dsp:nvSpPr>
        <dsp:cNvPr id="0" name=""/>
        <dsp:cNvSpPr/>
      </dsp:nvSpPr>
      <dsp:spPr>
        <a:xfrm>
          <a:off x="2593149" y="1501590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Primitive Data Type</a:t>
          </a:r>
          <a:endParaRPr lang="en-IN" sz="1200" kern="1200" dirty="0"/>
        </a:p>
      </dsp:txBody>
      <dsp:txXfrm>
        <a:off x="2612016" y="1520457"/>
        <a:ext cx="976702" cy="606433"/>
      </dsp:txXfrm>
    </dsp:sp>
    <dsp:sp modelId="{8CF3D4CD-BA50-4177-9BFE-BD654570C2B3}">
      <dsp:nvSpPr>
        <dsp:cNvPr id="0" name=""/>
        <dsp:cNvSpPr/>
      </dsp:nvSpPr>
      <dsp:spPr>
        <a:xfrm>
          <a:off x="620634" y="2333710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B54988-9A9A-4625-9079-B31627601C86}">
      <dsp:nvSpPr>
        <dsp:cNvPr id="0" name=""/>
        <dsp:cNvSpPr/>
      </dsp:nvSpPr>
      <dsp:spPr>
        <a:xfrm>
          <a:off x="733349" y="2440789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Non-Numeric Type</a:t>
          </a:r>
        </a:p>
      </dsp:txBody>
      <dsp:txXfrm>
        <a:off x="752216" y="2459656"/>
        <a:ext cx="976702" cy="606433"/>
      </dsp:txXfrm>
    </dsp:sp>
    <dsp:sp modelId="{765CE61E-1A9B-4B8B-8DFC-C30DF48098E1}">
      <dsp:nvSpPr>
        <dsp:cNvPr id="0" name=""/>
        <dsp:cNvSpPr/>
      </dsp:nvSpPr>
      <dsp:spPr>
        <a:xfrm>
          <a:off x="700" y="3272909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677D29-F4EA-45AB-AAF8-015FAC541113}">
      <dsp:nvSpPr>
        <dsp:cNvPr id="0" name=""/>
        <dsp:cNvSpPr/>
      </dsp:nvSpPr>
      <dsp:spPr>
        <a:xfrm>
          <a:off x="113416" y="3379988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Boolean</a:t>
          </a:r>
          <a:endParaRPr lang="en-IN" sz="1200" kern="1200" dirty="0"/>
        </a:p>
      </dsp:txBody>
      <dsp:txXfrm>
        <a:off x="132283" y="3398855"/>
        <a:ext cx="976702" cy="606433"/>
      </dsp:txXfrm>
    </dsp:sp>
    <dsp:sp modelId="{C5690DF6-9B90-49FA-8D8C-38AF83032CCF}">
      <dsp:nvSpPr>
        <dsp:cNvPr id="0" name=""/>
        <dsp:cNvSpPr/>
      </dsp:nvSpPr>
      <dsp:spPr>
        <a:xfrm>
          <a:off x="1240567" y="3272909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273CFD-ED7A-4F05-AE4A-B3B62DA98C3A}">
      <dsp:nvSpPr>
        <dsp:cNvPr id="0" name=""/>
        <dsp:cNvSpPr/>
      </dsp:nvSpPr>
      <dsp:spPr>
        <a:xfrm>
          <a:off x="1353282" y="3379988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Char</a:t>
          </a:r>
          <a:endParaRPr lang="en-IN" sz="1200" kern="1200" dirty="0"/>
        </a:p>
      </dsp:txBody>
      <dsp:txXfrm>
        <a:off x="1372149" y="3398855"/>
        <a:ext cx="976702" cy="606433"/>
      </dsp:txXfrm>
    </dsp:sp>
    <dsp:sp modelId="{8B521BCF-E953-42EB-9149-7ABC73AAAA29}">
      <dsp:nvSpPr>
        <dsp:cNvPr id="0" name=""/>
        <dsp:cNvSpPr/>
      </dsp:nvSpPr>
      <dsp:spPr>
        <a:xfrm>
          <a:off x="4340234" y="2333710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121BE6-8F48-4EEF-9D60-3E8A280FAC52}">
      <dsp:nvSpPr>
        <dsp:cNvPr id="0" name=""/>
        <dsp:cNvSpPr/>
      </dsp:nvSpPr>
      <dsp:spPr>
        <a:xfrm>
          <a:off x="4452950" y="2440789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Numeric Type</a:t>
          </a:r>
          <a:endParaRPr lang="en-IN" sz="1200" kern="1200" dirty="0"/>
        </a:p>
      </dsp:txBody>
      <dsp:txXfrm>
        <a:off x="4471817" y="2459656"/>
        <a:ext cx="976702" cy="606433"/>
      </dsp:txXfrm>
    </dsp:sp>
    <dsp:sp modelId="{F2FC90B9-5DC6-4E56-9EF3-CC4E9870D600}">
      <dsp:nvSpPr>
        <dsp:cNvPr id="0" name=""/>
        <dsp:cNvSpPr/>
      </dsp:nvSpPr>
      <dsp:spPr>
        <a:xfrm>
          <a:off x="2480434" y="3272909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843513-E564-4001-BB4A-EB69A1C8A6D7}">
      <dsp:nvSpPr>
        <dsp:cNvPr id="0" name=""/>
        <dsp:cNvSpPr/>
      </dsp:nvSpPr>
      <dsp:spPr>
        <a:xfrm>
          <a:off x="2593149" y="3379988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Integer</a:t>
          </a:r>
          <a:endParaRPr lang="en-IN" sz="1200" kern="1200" dirty="0"/>
        </a:p>
      </dsp:txBody>
      <dsp:txXfrm>
        <a:off x="2612016" y="3398855"/>
        <a:ext cx="976702" cy="606433"/>
      </dsp:txXfrm>
    </dsp:sp>
    <dsp:sp modelId="{1AC4B491-A195-41A5-917E-908B69F2790A}">
      <dsp:nvSpPr>
        <dsp:cNvPr id="0" name=""/>
        <dsp:cNvSpPr/>
      </dsp:nvSpPr>
      <dsp:spPr>
        <a:xfrm>
          <a:off x="620634" y="4212108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B10EB1-49F0-4E00-A7BA-AA88519FAD97}">
      <dsp:nvSpPr>
        <dsp:cNvPr id="0" name=""/>
        <dsp:cNvSpPr/>
      </dsp:nvSpPr>
      <dsp:spPr>
        <a:xfrm>
          <a:off x="733349" y="4319187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byte</a:t>
          </a:r>
          <a:endParaRPr lang="en-IN" sz="1200" kern="1200" dirty="0"/>
        </a:p>
      </dsp:txBody>
      <dsp:txXfrm>
        <a:off x="752216" y="4338054"/>
        <a:ext cx="976702" cy="606433"/>
      </dsp:txXfrm>
    </dsp:sp>
    <dsp:sp modelId="{9533C498-EFFA-4735-8995-B2E8B16190DD}">
      <dsp:nvSpPr>
        <dsp:cNvPr id="0" name=""/>
        <dsp:cNvSpPr/>
      </dsp:nvSpPr>
      <dsp:spPr>
        <a:xfrm>
          <a:off x="1860501" y="4212108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A80919-9216-4623-9C4D-50F30FFA28EE}">
      <dsp:nvSpPr>
        <dsp:cNvPr id="0" name=""/>
        <dsp:cNvSpPr/>
      </dsp:nvSpPr>
      <dsp:spPr>
        <a:xfrm>
          <a:off x="1973216" y="4319187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short</a:t>
          </a:r>
          <a:endParaRPr lang="en-IN" sz="1200" kern="1200" dirty="0"/>
        </a:p>
      </dsp:txBody>
      <dsp:txXfrm>
        <a:off x="1992083" y="4338054"/>
        <a:ext cx="976702" cy="606433"/>
      </dsp:txXfrm>
    </dsp:sp>
    <dsp:sp modelId="{8D9B8EC6-3171-4741-A7BD-B4B0E20DE8B7}">
      <dsp:nvSpPr>
        <dsp:cNvPr id="0" name=""/>
        <dsp:cNvSpPr/>
      </dsp:nvSpPr>
      <dsp:spPr>
        <a:xfrm>
          <a:off x="3100368" y="4212108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225CE6-A4C8-443B-9D31-9246C4344CFF}">
      <dsp:nvSpPr>
        <dsp:cNvPr id="0" name=""/>
        <dsp:cNvSpPr/>
      </dsp:nvSpPr>
      <dsp:spPr>
        <a:xfrm>
          <a:off x="3213083" y="4319187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</a:t>
          </a:r>
          <a:endParaRPr lang="en-IN" sz="1200" kern="1200" dirty="0"/>
        </a:p>
      </dsp:txBody>
      <dsp:txXfrm>
        <a:off x="3231950" y="4338054"/>
        <a:ext cx="976702" cy="606433"/>
      </dsp:txXfrm>
    </dsp:sp>
    <dsp:sp modelId="{BC1B47D8-D626-4E48-A8CF-C2BDBE5543DD}">
      <dsp:nvSpPr>
        <dsp:cNvPr id="0" name=""/>
        <dsp:cNvSpPr/>
      </dsp:nvSpPr>
      <dsp:spPr>
        <a:xfrm>
          <a:off x="4340234" y="4212108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430D7C-897C-41C2-AB66-15F5FFC414B7}">
      <dsp:nvSpPr>
        <dsp:cNvPr id="0" name=""/>
        <dsp:cNvSpPr/>
      </dsp:nvSpPr>
      <dsp:spPr>
        <a:xfrm>
          <a:off x="4452950" y="4319187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long</a:t>
          </a:r>
          <a:endParaRPr lang="en-IN" sz="1200" kern="1200" dirty="0"/>
        </a:p>
      </dsp:txBody>
      <dsp:txXfrm>
        <a:off x="4471817" y="4338054"/>
        <a:ext cx="976702" cy="606433"/>
      </dsp:txXfrm>
    </dsp:sp>
    <dsp:sp modelId="{F9E2559C-E92D-48D0-B761-9B4B5308F2FE}">
      <dsp:nvSpPr>
        <dsp:cNvPr id="0" name=""/>
        <dsp:cNvSpPr/>
      </dsp:nvSpPr>
      <dsp:spPr>
        <a:xfrm>
          <a:off x="6200035" y="3272909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7F296F-975B-41A1-A6FF-C866969985BA}">
      <dsp:nvSpPr>
        <dsp:cNvPr id="0" name=""/>
        <dsp:cNvSpPr/>
      </dsp:nvSpPr>
      <dsp:spPr>
        <a:xfrm>
          <a:off x="6312750" y="3379988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Floating point</a:t>
          </a:r>
          <a:endParaRPr lang="en-IN" sz="1200" kern="1200" dirty="0"/>
        </a:p>
      </dsp:txBody>
      <dsp:txXfrm>
        <a:off x="6331617" y="3398855"/>
        <a:ext cx="976702" cy="606433"/>
      </dsp:txXfrm>
    </dsp:sp>
    <dsp:sp modelId="{8BE1A4D7-BFE4-4789-95A0-8BF4C5AA4E02}">
      <dsp:nvSpPr>
        <dsp:cNvPr id="0" name=""/>
        <dsp:cNvSpPr/>
      </dsp:nvSpPr>
      <dsp:spPr>
        <a:xfrm>
          <a:off x="5580101" y="4212108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C31917-0AC7-43B3-98DF-52B488B6B4D1}">
      <dsp:nvSpPr>
        <dsp:cNvPr id="0" name=""/>
        <dsp:cNvSpPr/>
      </dsp:nvSpPr>
      <dsp:spPr>
        <a:xfrm>
          <a:off x="5692816" y="4319187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Float</a:t>
          </a:r>
          <a:endParaRPr lang="en-IN" sz="1200" kern="1200" dirty="0"/>
        </a:p>
      </dsp:txBody>
      <dsp:txXfrm>
        <a:off x="5711683" y="4338054"/>
        <a:ext cx="976702" cy="606433"/>
      </dsp:txXfrm>
    </dsp:sp>
    <dsp:sp modelId="{BC5DDFA1-6DEB-4F9E-BFB0-91A84EC067C0}">
      <dsp:nvSpPr>
        <dsp:cNvPr id="0" name=""/>
        <dsp:cNvSpPr/>
      </dsp:nvSpPr>
      <dsp:spPr>
        <a:xfrm>
          <a:off x="6819968" y="4212108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77C31E-AA8F-4A32-B99E-638C288D53DC}">
      <dsp:nvSpPr>
        <dsp:cNvPr id="0" name=""/>
        <dsp:cNvSpPr/>
      </dsp:nvSpPr>
      <dsp:spPr>
        <a:xfrm>
          <a:off x="6932683" y="4319187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double</a:t>
          </a:r>
          <a:endParaRPr lang="en-IN" sz="1200" kern="1200" dirty="0"/>
        </a:p>
      </dsp:txBody>
      <dsp:txXfrm>
        <a:off x="6951550" y="4338054"/>
        <a:ext cx="976702" cy="606433"/>
      </dsp:txXfrm>
    </dsp:sp>
    <dsp:sp modelId="{2962A1DA-51E7-499C-B0A0-46B5C608B4F4}">
      <dsp:nvSpPr>
        <dsp:cNvPr id="0" name=""/>
        <dsp:cNvSpPr/>
      </dsp:nvSpPr>
      <dsp:spPr>
        <a:xfrm>
          <a:off x="6819968" y="1394511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02E752-D79C-46FC-B764-5928F046DE90}">
      <dsp:nvSpPr>
        <dsp:cNvPr id="0" name=""/>
        <dsp:cNvSpPr/>
      </dsp:nvSpPr>
      <dsp:spPr>
        <a:xfrm>
          <a:off x="6932683" y="1501590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Non-Primitive Data Types</a:t>
          </a:r>
          <a:endParaRPr lang="en-IN" sz="1200" kern="1200" dirty="0"/>
        </a:p>
      </dsp:txBody>
      <dsp:txXfrm>
        <a:off x="6951550" y="1520457"/>
        <a:ext cx="976702" cy="606433"/>
      </dsp:txXfrm>
    </dsp:sp>
    <dsp:sp modelId="{993EF23D-07B2-4C4B-B75C-3CB284997FB9}">
      <dsp:nvSpPr>
        <dsp:cNvPr id="0" name=""/>
        <dsp:cNvSpPr/>
      </dsp:nvSpPr>
      <dsp:spPr>
        <a:xfrm>
          <a:off x="5580101" y="2333710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EA00F-3549-4A91-B364-6EACFB777BB1}">
      <dsp:nvSpPr>
        <dsp:cNvPr id="0" name=""/>
        <dsp:cNvSpPr/>
      </dsp:nvSpPr>
      <dsp:spPr>
        <a:xfrm>
          <a:off x="5692816" y="2440789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String</a:t>
          </a:r>
          <a:endParaRPr lang="en-IN" sz="1200" kern="1200" dirty="0"/>
        </a:p>
      </dsp:txBody>
      <dsp:txXfrm>
        <a:off x="5711683" y="2459656"/>
        <a:ext cx="976702" cy="606433"/>
      </dsp:txXfrm>
    </dsp:sp>
    <dsp:sp modelId="{3A8F5D6C-64B8-4CC6-B6C3-EF5E9D25B55D}">
      <dsp:nvSpPr>
        <dsp:cNvPr id="0" name=""/>
        <dsp:cNvSpPr/>
      </dsp:nvSpPr>
      <dsp:spPr>
        <a:xfrm>
          <a:off x="6819968" y="2333710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A0B2E4-CCA5-4134-BD1C-9C4C91D4E022}">
      <dsp:nvSpPr>
        <dsp:cNvPr id="0" name=""/>
        <dsp:cNvSpPr/>
      </dsp:nvSpPr>
      <dsp:spPr>
        <a:xfrm>
          <a:off x="6932683" y="2440789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Array</a:t>
          </a:r>
          <a:endParaRPr lang="en-IN" sz="1200" kern="1200" dirty="0"/>
        </a:p>
      </dsp:txBody>
      <dsp:txXfrm>
        <a:off x="6951550" y="2459656"/>
        <a:ext cx="976702" cy="606433"/>
      </dsp:txXfrm>
    </dsp:sp>
    <dsp:sp modelId="{49DF7A91-0995-40B6-B0D5-28D361C1D50C}">
      <dsp:nvSpPr>
        <dsp:cNvPr id="0" name=""/>
        <dsp:cNvSpPr/>
      </dsp:nvSpPr>
      <dsp:spPr>
        <a:xfrm>
          <a:off x="8059835" y="2333710"/>
          <a:ext cx="1014436" cy="6441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8F7385-B684-4B04-B422-420DD502350F}">
      <dsp:nvSpPr>
        <dsp:cNvPr id="0" name=""/>
        <dsp:cNvSpPr/>
      </dsp:nvSpPr>
      <dsp:spPr>
        <a:xfrm>
          <a:off x="8172550" y="2440789"/>
          <a:ext cx="1014436" cy="6441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etc.</a:t>
          </a:r>
          <a:endParaRPr lang="en-IN" sz="1200" kern="1200" dirty="0"/>
        </a:p>
      </dsp:txBody>
      <dsp:txXfrm>
        <a:off x="8191417" y="2459656"/>
        <a:ext cx="976702" cy="60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E2D8FE8-1B28-62FF-7F62-4F8BFB14CE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8CEFD0-004B-C4BE-51A7-FE609B0A24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6C4E50-888E-4142-A31F-801FAF08DEAE}" type="datetimeFigureOut">
              <a:rPr lang="en-IN" smtClean="0"/>
              <a:t>02-07-2026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8278BE-7983-4FF7-15FD-68221554B4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 dirty="0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2A05C-65BC-C81A-A4F3-E14B9714D8C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DB90BE-985B-4FFB-86D1-91D06AEEE4F1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131889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9A324-08DD-45DA-8F6B-EA0C936C066E}" type="datetimeFigureOut">
              <a:rPr lang="en-IN" smtClean="0"/>
              <a:t>02-07-2026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 dirty="0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B6812-A983-45B0-9539-75144B2E734C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241831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61D5B-A681-C705-F5A0-340D880C4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F2459-AFF2-3C71-17FF-4A6ACCE63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FC1AF-936C-D781-F209-1EACBA43B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F8048-FFC9-4216-AC85-4D5F3C67E380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27A4C-D796-5C28-8073-5F5D86C03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D3F28-11BE-EA89-B080-F732024C4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5359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E598-1B3F-0FEF-743D-2F998A46B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FA4DC-9112-6A8A-9FF3-FEB78D283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0F65D-3931-B7F6-5E22-8DC7D70C8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1EA56-60DD-4AD2-8CFC-1500FE65F37B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F01193-A9A4-A355-1028-47AC36105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60AB6-8035-F5CB-E11F-850450BCB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4600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39889-B62D-9E35-FDDF-EF76AF827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095734-B9E7-F7FA-2437-016E1A751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41AC8-F8D2-F53E-BB66-E4AFEC3DA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BC5E2-4DB0-4952-ABA8-CEC2FBB8E433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E8A90-CDEF-786E-76F8-8C87127E4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A46CE-98D6-0CF6-6DA3-42BA46CF8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371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1DBCF-8EB6-5E03-5B8A-AB888C12F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6B6AD-1E67-63BA-6D93-09D9825DB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02F962-85CC-ECDE-3576-38682A5B5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8F64D6-B69F-360A-06EF-3F9733546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CCDC-3900-4E86-9A49-A362521407F8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EC3FE5-CD7D-5DF1-52C3-1788AB802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08222-DABF-7BC3-F37C-0AD879BA2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606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202D-30B3-5AFE-6217-BD20CCB15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421BA-3605-339D-8DCD-CAB28C345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7EB89C-C15F-75F4-BEF4-9C2048104F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D1E69B-624D-1C2D-0EF8-102E6FA4F5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52EE99-8681-A717-AD39-D79E24EF4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FAE20D-3445-7897-D52B-1830721AA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E361-7281-4683-9F60-44B89D2D1D9A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F1368-1D2C-41DC-C10A-1D7FE203E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76846B-10E7-801B-4687-A61A12D58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3159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1427-8B8C-1C12-E53D-C492CC906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AC17A-E488-95FB-6FCC-C557059F5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951534-B285-4266-B99F-E5A860BB8323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F57E93-4659-89BB-D5F4-07DB79D52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E9440C-426E-B2ED-ED29-160E96715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43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919BB2-C2FD-9753-BFA9-8A5109F4C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46817-D24B-48C3-9C04-D624CF6DF8D3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A4A977-A3D5-E736-6ABE-215110885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E4D5-C7D2-7BF6-48DA-8EF731633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2997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44178-A429-1502-06F2-E309FF328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4824B-E20E-46F0-2B3B-141B69EA1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439C6A-4A6E-0C61-B289-BC8DD74A9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A8E8D0-E0E9-589F-F865-DD1B7C3D5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4E39D-5E6E-4C05-A9F3-4EAFC2E80EDB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355E0B-D6A7-B8EB-D2C7-787B237B5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5A0BAE-D0E3-ED7A-CCDA-66F8C8FBE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8925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26C73-4615-E636-A20E-0A34AA4C3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66BAA9-5C35-2507-8B6F-C41BC77B09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B1861-396D-35D0-55AE-FA1224E50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8BD1DD-0E63-82B4-AB17-435075C76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A44B-BB5F-44F9-9EC8-72B8116F744B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AFED70-1629-FB8C-C181-5CC8870E3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9CF9C-307D-22D6-A2D7-A98F8354D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3668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F0046-7B99-48C1-7CCB-912968B22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6FBE18-EA64-53AC-BEAC-A463E00FC9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A2CE6-6609-07E7-F772-7F6BEE0EA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7DC08-0040-4A96-B94D-21CFA089FB8F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CE4A9-E441-38F7-32D8-18CC3595F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94B0CD-869C-4998-0E46-19C9D71B2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1471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DEFA14-48B8-8DAC-B5FB-BEF39570A2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17F752-EC30-C864-69DE-910D9CABB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FC8E3-27D1-D4B1-A48A-CFFCE878C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7374DE-7F3D-4A0E-9854-77BDA21B2EEE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A4986-D729-5A37-E7DD-CAA45FD45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DB9FE-1129-1196-1736-7BE9F292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1670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A5E3FD-30D4-FF7B-9708-C5631B798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BA177-160D-4F76-7521-DA932A2AE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904AD-2764-18BD-9753-FA252A40C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D7EFA3-B2B7-49DB-A3E5-302125E2BE5D}" type="datetime1">
              <a:rPr lang="en-IN" smtClean="0"/>
              <a:t>02-07-2026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AEF1E-F5A3-E7CE-6138-FE7F8BEEFB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5538C-21EC-ED4F-DE8E-3C328C1634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194BE6-1148-421C-BF83-AA53B1C2BA1B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6701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etbrains.com/idea/download/?section=windows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1CJJ61ga0JU?si=okKeZf0gj5XsY-bF" TargetMode="External"/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MmATIPs1gEk?si=-TuzqTsfi6l4496u" TargetMode="External"/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0817-B7C7-13B1-A3B0-466AAE33B2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spc="3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JetBrains Mono ExtraBold" panose="02000009000000000000" pitchFamily="49" charset="0"/>
                <a:ea typeface="JetBrains Mono ExtraBold" panose="02000009000000000000" pitchFamily="49" charset="0"/>
                <a:cs typeface="JetBrains Mono ExtraBold" panose="02000009000000000000" pitchFamily="49" charset="0"/>
              </a:rPr>
              <a:t>Java with DSA</a:t>
            </a:r>
            <a:endParaRPr lang="en-IN" b="1" spc="3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JetBrains Mono ExtraBold" panose="02000009000000000000" pitchFamily="49" charset="0"/>
              <a:ea typeface="JetBrains Mono ExtraBold" panose="02000009000000000000" pitchFamily="49" charset="0"/>
              <a:cs typeface="JetBrains Mono ExtraBold" panose="02000009000000000000" pitchFamily="49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F344F-56FB-6DCB-9D7D-354D9D3C2D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CodeHelp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31364-2C2B-C1C2-2047-D1C090F4B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9506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09ED9-22E7-F10D-BAC5-C51C6ABC0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1 - Flowchart &amp; Pseudocode + Basics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9370A5-E6A7-EA62-84C4-6E81F87B4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8355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57F5-21A1-8D34-D34F-77DC36256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pPr algn="ctr"/>
            <a:r>
              <a:rPr lang="en-US" b="1" dirty="0"/>
              <a:t>What is Programming?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690EC-555A-DB66-F365-1E5929F0D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5049086"/>
          </a:xfrm>
        </p:spPr>
        <p:txBody>
          <a:bodyPr>
            <a:normAutofit/>
          </a:bodyPr>
          <a:lstStyle/>
          <a:p>
            <a:r>
              <a:rPr lang="en-US" sz="2400" b="1" dirty="0"/>
              <a:t>Programming </a:t>
            </a:r>
            <a:r>
              <a:rPr lang="en-US" sz="2400" dirty="0"/>
              <a:t>= Process of given  set of instructions to a computer to perform a specific task.</a:t>
            </a:r>
          </a:p>
          <a:p>
            <a:r>
              <a:rPr lang="en-US" sz="2400" dirty="0"/>
              <a:t>Computer takes </a:t>
            </a:r>
            <a:r>
              <a:rPr lang="en-US" sz="2400" b="1" dirty="0"/>
              <a:t>Input </a:t>
            </a:r>
            <a:r>
              <a:rPr lang="en-US" sz="2400" dirty="0"/>
              <a:t>➡️ </a:t>
            </a:r>
            <a:r>
              <a:rPr lang="en-US" sz="2400" b="1" dirty="0"/>
              <a:t>Process via Instructions</a:t>
            </a:r>
            <a:r>
              <a:rPr lang="en-US" sz="2400" dirty="0"/>
              <a:t> ➡️ </a:t>
            </a:r>
            <a:r>
              <a:rPr lang="en-US" sz="2400" b="1" dirty="0"/>
              <a:t>Gives Output</a:t>
            </a:r>
          </a:p>
          <a:p>
            <a:r>
              <a:rPr lang="en-US" sz="2400" dirty="0"/>
              <a:t>These instructions are called a </a:t>
            </a:r>
            <a:r>
              <a:rPr lang="en-US" sz="2400" b="1" dirty="0"/>
              <a:t>Program</a:t>
            </a:r>
            <a:r>
              <a:rPr lang="en-US" sz="2400" dirty="0"/>
              <a:t>.</a:t>
            </a:r>
          </a:p>
          <a:p>
            <a:r>
              <a:rPr lang="en-US" sz="2400" dirty="0"/>
              <a:t>The logic / approach we think of is converted into a </a:t>
            </a:r>
            <a:r>
              <a:rPr lang="en-US" sz="2400" b="1" dirty="0"/>
              <a:t>Programming Language</a:t>
            </a:r>
            <a:r>
              <a:rPr lang="en-US" sz="2400" dirty="0"/>
              <a:t> (like Java) that the machine understand.</a:t>
            </a:r>
          </a:p>
          <a:p>
            <a:r>
              <a:rPr lang="en-US" sz="2400" dirty="0"/>
              <a:t>Machine Understands only </a:t>
            </a:r>
            <a:r>
              <a:rPr lang="en-US" sz="2400" b="1" dirty="0"/>
              <a:t>0s </a:t>
            </a:r>
            <a:r>
              <a:rPr lang="en-US" sz="2400" dirty="0"/>
              <a:t>and</a:t>
            </a:r>
            <a:r>
              <a:rPr lang="en-US" sz="2400" b="1" dirty="0"/>
              <a:t> 1s</a:t>
            </a:r>
            <a:r>
              <a:rPr lang="en-US" sz="2400" dirty="0"/>
              <a:t>, so high-level codes gets converted accordingly.</a:t>
            </a:r>
          </a:p>
          <a:p>
            <a:endParaRPr lang="en-US" sz="2400" dirty="0"/>
          </a:p>
          <a:p>
            <a:r>
              <a:rPr lang="en-US" sz="2400" b="1" dirty="0"/>
              <a:t>Programming is the process of providing a computer with a set of logical instructions to perform a desired task, converting human logic into a machine understandable language.</a:t>
            </a:r>
            <a:endParaRPr lang="en-IN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0DA-6AA3-AFDD-1E93-1DC339DFA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6510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AC658-EFD1-C375-CAF6-B56C4772A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C0BA0-1BD2-7D59-600F-8EE84B472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8033"/>
          </a:xfrm>
        </p:spPr>
        <p:txBody>
          <a:bodyPr/>
          <a:lstStyle/>
          <a:p>
            <a:pPr algn="ctr"/>
            <a:r>
              <a:rPr lang="en-US" b="1" dirty="0"/>
              <a:t>What is an Algorithm?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6B402-C44A-8AD8-BF57-0E8027203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5049086"/>
          </a:xfrm>
        </p:spPr>
        <p:txBody>
          <a:bodyPr>
            <a:normAutofit fontScale="92500" lnSpcReduction="10000"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= A series / sequence of steps used to perform a task or solve a problem.</a:t>
            </a:r>
          </a:p>
          <a:p>
            <a:r>
              <a:rPr lang="en-US" sz="2400" dirty="0"/>
              <a:t>It is the </a:t>
            </a:r>
            <a:r>
              <a:rPr lang="en-US" sz="2400" b="1" dirty="0"/>
              <a:t>logic</a:t>
            </a:r>
            <a:r>
              <a:rPr lang="en-US" sz="2400" dirty="0"/>
              <a:t> / </a:t>
            </a:r>
            <a:r>
              <a:rPr lang="en-US" sz="2400" b="1" dirty="0"/>
              <a:t>approach</a:t>
            </a:r>
            <a:r>
              <a:rPr lang="en-US" sz="2400" dirty="0"/>
              <a:t>/ </a:t>
            </a:r>
            <a:r>
              <a:rPr lang="en-US" sz="2400" b="1" dirty="0"/>
              <a:t>solution</a:t>
            </a:r>
            <a:r>
              <a:rPr lang="en-US" sz="2400" dirty="0"/>
              <a:t> we think of in our mind to solve a problem.</a:t>
            </a:r>
          </a:p>
          <a:p>
            <a:r>
              <a:rPr lang="en-US" sz="2400" dirty="0"/>
              <a:t>Algorithm is written </a:t>
            </a:r>
            <a:r>
              <a:rPr lang="en-US" sz="2400" b="1" dirty="0"/>
              <a:t>before coding </a:t>
            </a:r>
            <a:r>
              <a:rPr lang="en-US" sz="2400" dirty="0"/>
              <a:t>– it’s the plan.</a:t>
            </a:r>
          </a:p>
          <a:p>
            <a:r>
              <a:rPr lang="en-US" sz="2400" dirty="0"/>
              <a:t>Once algorithm is ready, it is converted into a </a:t>
            </a:r>
            <a:r>
              <a:rPr lang="en-US" sz="2400" b="1" dirty="0"/>
              <a:t>programming language </a:t>
            </a:r>
            <a:r>
              <a:rPr lang="en-US" sz="2400" dirty="0"/>
              <a:t>(like Java) and fed to the machine.</a:t>
            </a:r>
          </a:p>
          <a:p>
            <a:endParaRPr lang="en-US" sz="2400" dirty="0"/>
          </a:p>
          <a:p>
            <a:r>
              <a:rPr lang="en-US" sz="2400" b="1" dirty="0"/>
              <a:t>Example</a:t>
            </a:r>
          </a:p>
          <a:p>
            <a:pPr lvl="1"/>
            <a:r>
              <a:rPr lang="en-US" sz="2000" b="1" i="1" dirty="0"/>
              <a:t>STEP 1:</a:t>
            </a:r>
            <a:r>
              <a:rPr lang="en-US" sz="2000" i="1" dirty="0"/>
              <a:t> </a:t>
            </a:r>
            <a:r>
              <a:rPr lang="en-US" sz="2000" dirty="0"/>
              <a:t>Boil water</a:t>
            </a:r>
          </a:p>
          <a:p>
            <a:pPr lvl="1"/>
            <a:r>
              <a:rPr lang="en-US" sz="2000" b="1" i="1" dirty="0"/>
              <a:t>STEP 2: </a:t>
            </a:r>
            <a:r>
              <a:rPr lang="en-US" sz="2000" dirty="0"/>
              <a:t>Add Maggi noodles</a:t>
            </a:r>
          </a:p>
          <a:p>
            <a:pPr lvl="1"/>
            <a:r>
              <a:rPr lang="en-US" sz="2000" b="1" i="1" dirty="0"/>
              <a:t>STEP 3: </a:t>
            </a:r>
            <a:r>
              <a:rPr lang="en-US" sz="2000" dirty="0"/>
              <a:t>Add Maggi Masala</a:t>
            </a:r>
          </a:p>
          <a:p>
            <a:pPr lvl="1"/>
            <a:r>
              <a:rPr lang="en-US" sz="2000" b="1" i="1" dirty="0"/>
              <a:t>STEP 4</a:t>
            </a:r>
            <a:r>
              <a:rPr lang="en-US" sz="2000" b="1" dirty="0"/>
              <a:t>: </a:t>
            </a:r>
            <a:r>
              <a:rPr lang="en-US" sz="2000" dirty="0"/>
              <a:t>Let it boil</a:t>
            </a:r>
          </a:p>
          <a:p>
            <a:pPr lvl="1"/>
            <a:r>
              <a:rPr lang="en-US" sz="2000" dirty="0"/>
              <a:t>Maggi is ready!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This sequence of steps = </a:t>
            </a:r>
            <a:r>
              <a:rPr lang="en-US" sz="2400" b="1" dirty="0"/>
              <a:t>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C47B5-D8F8-65FC-8AEF-0724CBCA7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564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27FDE-19DC-631C-F4A8-EC394FE17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60FE6-8BAC-5BD3-11DF-BC790D3B1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8033"/>
          </a:xfrm>
        </p:spPr>
        <p:txBody>
          <a:bodyPr/>
          <a:lstStyle/>
          <a:p>
            <a:pPr algn="ctr"/>
            <a:r>
              <a:rPr lang="en-US" b="1" dirty="0"/>
              <a:t>How to Approach a Problem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815A3-81F9-C0A3-FE52-2B8F63C33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50490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When facing any problem (Math, coding, English, etc.) follow these 3 steps: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i="1" dirty="0"/>
              <a:t>Step 1: Understand the Problem</a:t>
            </a:r>
          </a:p>
          <a:p>
            <a:pPr lvl="1"/>
            <a:r>
              <a:rPr lang="en-IN" sz="2000" dirty="0"/>
              <a:t>Read the problem statement carefully.</a:t>
            </a:r>
          </a:p>
          <a:p>
            <a:pPr lvl="1"/>
            <a:r>
              <a:rPr lang="en-IN" sz="2000" dirty="0"/>
              <a:t>Understand </a:t>
            </a:r>
            <a:r>
              <a:rPr lang="en-IN" sz="2000" b="1" dirty="0"/>
              <a:t>exactly what is being asked.</a:t>
            </a:r>
          </a:p>
          <a:p>
            <a:pPr lvl="1"/>
            <a:r>
              <a:rPr lang="en-IN" sz="2000" dirty="0"/>
              <a:t>Clarify the requirement before jumping to solution.</a:t>
            </a:r>
            <a:endParaRPr lang="en-IN" sz="2400" dirty="0"/>
          </a:p>
          <a:p>
            <a:endParaRPr lang="en-IN" sz="2400" dirty="0"/>
          </a:p>
          <a:p>
            <a:pPr marL="0" indent="0">
              <a:buNone/>
            </a:pPr>
            <a:r>
              <a:rPr lang="en-IN" sz="2400" b="1" i="1" dirty="0"/>
              <a:t>Step 2: Identify Given Values (Inputs)</a:t>
            </a:r>
          </a:p>
          <a:p>
            <a:pPr lvl="1"/>
            <a:r>
              <a:rPr lang="en-IN" sz="2000" dirty="0"/>
              <a:t>Note down all the </a:t>
            </a:r>
            <a:r>
              <a:rPr lang="en-IN" sz="2000" b="1" dirty="0"/>
              <a:t>given/input values</a:t>
            </a:r>
            <a:r>
              <a:rPr lang="en-IN" sz="2000" dirty="0"/>
              <a:t> separately.</a:t>
            </a:r>
          </a:p>
          <a:p>
            <a:pPr lvl="1"/>
            <a:r>
              <a:rPr lang="en-IN" sz="2000" dirty="0"/>
              <a:t>This helps keep track of available data while designing the logic.</a:t>
            </a:r>
          </a:p>
          <a:p>
            <a:pPr lvl="1"/>
            <a:r>
              <a:rPr lang="en-IN" sz="2000" dirty="0"/>
              <a:t>Prevents missing important constraints later.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46505-07BC-6E7F-0071-6E135EB9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9601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E49FD-FE2E-D9D2-352D-A40C4B801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A96EA-0578-793E-1E70-0E27B907A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800"/>
            <a:ext cx="10515600" cy="61880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i="1" dirty="0"/>
              <a:t>Step 3: Think of the Approach / Algorithm</a:t>
            </a:r>
          </a:p>
          <a:p>
            <a:pPr lvl="1"/>
            <a:r>
              <a:rPr lang="en-US" sz="2000" dirty="0"/>
              <a:t>Based on understanding + given values, build your logic / algorithm.</a:t>
            </a:r>
          </a:p>
          <a:p>
            <a:pPr lvl="1"/>
            <a:r>
              <a:rPr lang="en-US" sz="2000" dirty="0"/>
              <a:t>Decide how these values can be utilized to reach the solution.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i="1" dirty="0"/>
              <a:t>For Interviews:</a:t>
            </a:r>
          </a:p>
          <a:p>
            <a:pPr lvl="1"/>
            <a:r>
              <a:rPr lang="en-US" sz="2000" b="1" dirty="0"/>
              <a:t>To approach any problem:</a:t>
            </a:r>
            <a:r>
              <a:rPr lang="en-US" sz="2000" dirty="0"/>
              <a:t> 1</a:t>
            </a:r>
            <a:r>
              <a:rPr lang="en-US" sz="2000" baseline="30000" dirty="0"/>
              <a:t>st</a:t>
            </a:r>
            <a:r>
              <a:rPr lang="en-US" sz="2000" dirty="0"/>
              <a:t> understand it clearly, list down the given inputs/constraints, then design a logic algorithm to reach the solution.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4D2DB-B2DB-6DD4-3EC0-5DC70ADE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4629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B8EF-D088-868E-4FD0-6CA29277B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04666-0FB7-0389-43D7-AFC58F870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9486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/>
              <a:t>Flowchart &amp; its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ADF1E-6267-BBEA-7D14-6880D9B0B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5032"/>
            <a:ext cx="10515600" cy="5337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What is a Flowchart?</a:t>
            </a:r>
          </a:p>
          <a:p>
            <a:r>
              <a:rPr lang="en-US" sz="2000" dirty="0"/>
              <a:t>A </a:t>
            </a:r>
            <a:r>
              <a:rPr lang="en-US" sz="2000" b="1" dirty="0"/>
              <a:t>Flowchart </a:t>
            </a:r>
            <a:r>
              <a:rPr lang="en-US" sz="2000" dirty="0"/>
              <a:t>= </a:t>
            </a:r>
            <a:r>
              <a:rPr lang="en-US" sz="2000" b="1" dirty="0"/>
              <a:t>Diagrammatic representation of an Algorithm.</a:t>
            </a:r>
          </a:p>
          <a:p>
            <a:r>
              <a:rPr lang="en-US" sz="2000" dirty="0"/>
              <a:t>Same logic / algorithm that was in text format is now represented in </a:t>
            </a:r>
            <a:r>
              <a:rPr lang="en-US" sz="2000" b="1" dirty="0"/>
              <a:t>diagram format.</a:t>
            </a:r>
            <a:endParaRPr lang="en-US" sz="2000" dirty="0"/>
          </a:p>
          <a:p>
            <a:r>
              <a:rPr lang="en-US" sz="2000" dirty="0"/>
              <a:t>Helps visualize the </a:t>
            </a:r>
            <a:r>
              <a:rPr lang="en-US" sz="2000" b="1" dirty="0"/>
              <a:t>flow of execution </a:t>
            </a:r>
            <a:r>
              <a:rPr lang="en-US" sz="2000" dirty="0"/>
              <a:t>of a program.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Components of a Flowchart</a:t>
            </a:r>
          </a:p>
          <a:p>
            <a:pPr marL="0" indent="0">
              <a:buNone/>
            </a:pPr>
            <a:endParaRPr lang="en-US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DAC176B-238C-93A7-1782-8C532F01C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353273"/>
              </p:ext>
            </p:extLst>
          </p:nvPr>
        </p:nvGraphicFramePr>
        <p:xfrm>
          <a:off x="192505" y="3635173"/>
          <a:ext cx="11806989" cy="30181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5663">
                  <a:extLst>
                    <a:ext uri="{9D8B030D-6E8A-4147-A177-3AD203B41FA5}">
                      <a16:colId xmlns:a16="http://schemas.microsoft.com/office/drawing/2014/main" val="537556750"/>
                    </a:ext>
                  </a:extLst>
                </a:gridCol>
                <a:gridCol w="3935663">
                  <a:extLst>
                    <a:ext uri="{9D8B030D-6E8A-4147-A177-3AD203B41FA5}">
                      <a16:colId xmlns:a16="http://schemas.microsoft.com/office/drawing/2014/main" val="3315043979"/>
                    </a:ext>
                  </a:extLst>
                </a:gridCol>
                <a:gridCol w="3935663">
                  <a:extLst>
                    <a:ext uri="{9D8B030D-6E8A-4147-A177-3AD203B41FA5}">
                      <a16:colId xmlns:a16="http://schemas.microsoft.com/office/drawing/2014/main" val="3147605614"/>
                    </a:ext>
                  </a:extLst>
                </a:gridCol>
              </a:tblGrid>
              <a:tr h="327263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806048"/>
                  </a:ext>
                </a:extLst>
              </a:tr>
              <a:tr h="327263">
                <a:tc>
                  <a:txBody>
                    <a:bodyPr/>
                    <a:lstStyle/>
                    <a:p>
                      <a:r>
                        <a:rPr lang="en-IN" b="1" dirty="0"/>
                        <a:t>Terminator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Oval / Rounded Rectangle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 </a:t>
                      </a:r>
                      <a:r>
                        <a:rPr lang="en-IN" b="1" dirty="0"/>
                        <a:t>Start </a:t>
                      </a:r>
                      <a:r>
                        <a:rPr lang="en-IN" b="0" dirty="0"/>
                        <a:t>or </a:t>
                      </a:r>
                      <a:r>
                        <a:rPr lang="en-IN" b="1" dirty="0"/>
                        <a:t>End </a:t>
                      </a:r>
                      <a:r>
                        <a:rPr lang="en-IN" b="0" dirty="0"/>
                        <a:t>a flowchart.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2303315"/>
                  </a:ext>
                </a:extLst>
              </a:tr>
              <a:tr h="366362">
                <a:tc>
                  <a:txBody>
                    <a:bodyPr/>
                    <a:lstStyle/>
                    <a:p>
                      <a:r>
                        <a:rPr lang="en-IN" b="1" dirty="0"/>
                        <a:t>Input / Output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Parallelogram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 </a:t>
                      </a:r>
                      <a:r>
                        <a:rPr lang="en-IN" b="1" dirty="0"/>
                        <a:t>take input </a:t>
                      </a:r>
                      <a:r>
                        <a:rPr lang="en-IN" b="0" dirty="0"/>
                        <a:t>or </a:t>
                      </a:r>
                      <a:r>
                        <a:rPr lang="en-IN" b="1" dirty="0"/>
                        <a:t>print/display output.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7487980"/>
                  </a:ext>
                </a:extLst>
              </a:tr>
              <a:tr h="572711">
                <a:tc>
                  <a:txBody>
                    <a:bodyPr/>
                    <a:lstStyle/>
                    <a:p>
                      <a:r>
                        <a:rPr lang="en-IN" b="1" dirty="0"/>
                        <a:t>Processing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Rectangle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For </a:t>
                      </a:r>
                      <a:r>
                        <a:rPr lang="en-IN" b="1" dirty="0"/>
                        <a:t>calculations </a:t>
                      </a:r>
                      <a:r>
                        <a:rPr lang="en-IN" b="0" dirty="0"/>
                        <a:t>or </a:t>
                      </a:r>
                      <a:r>
                        <a:rPr lang="en-IN" b="1" dirty="0"/>
                        <a:t>value assignment </a:t>
                      </a:r>
                      <a:r>
                        <a:rPr lang="en-IN" b="0" dirty="0"/>
                        <a:t>(e.g., sum = a + b)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2703706"/>
                  </a:ext>
                </a:extLst>
              </a:tr>
              <a:tr h="572711">
                <a:tc>
                  <a:txBody>
                    <a:bodyPr/>
                    <a:lstStyle/>
                    <a:p>
                      <a:r>
                        <a:rPr lang="en-IN" b="1" dirty="0"/>
                        <a:t>Decision Making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Diamond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For </a:t>
                      </a:r>
                      <a:r>
                        <a:rPr lang="en-IN" b="1" dirty="0"/>
                        <a:t>conditions </a:t>
                      </a:r>
                      <a:r>
                        <a:rPr lang="en-IN" b="0" dirty="0"/>
                        <a:t>– has </a:t>
                      </a:r>
                      <a:r>
                        <a:rPr lang="en-IN" b="1" dirty="0"/>
                        <a:t>True / False</a:t>
                      </a:r>
                      <a:r>
                        <a:rPr lang="en-IN" b="0" dirty="0"/>
                        <a:t> path.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2179014"/>
                  </a:ext>
                </a:extLst>
              </a:tr>
              <a:tr h="572711">
                <a:tc>
                  <a:txBody>
                    <a:bodyPr/>
                    <a:lstStyle/>
                    <a:p>
                      <a:r>
                        <a:rPr lang="en-IN" b="1" dirty="0"/>
                        <a:t>Links </a:t>
                      </a:r>
                      <a:r>
                        <a:rPr lang="en-IN" b="0" dirty="0"/>
                        <a:t>(Arrows)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Arrows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 </a:t>
                      </a:r>
                      <a:r>
                        <a:rPr lang="en-IN" b="1" dirty="0"/>
                        <a:t>connect </a:t>
                      </a:r>
                      <a:r>
                        <a:rPr lang="en-IN" b="0" dirty="0"/>
                        <a:t>block and show </a:t>
                      </a:r>
                      <a:r>
                        <a:rPr lang="en-IN" b="1" dirty="0"/>
                        <a:t>flow direction.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9834928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F4A40A-137C-DCA9-4C5E-C22A96C1E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87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60120-8DA3-70AA-1B28-2FDD2A2DE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7709A-D373-5E97-632B-85A6D0942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800"/>
            <a:ext cx="10515600" cy="61880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/>
              <a:t>Detailed Breakdown:</a:t>
            </a:r>
          </a:p>
          <a:p>
            <a:pPr marL="457200" indent="-457200">
              <a:buAutoNum type="arabicPeriod"/>
            </a:pPr>
            <a:r>
              <a:rPr lang="en-US" sz="2000" b="1" i="1" dirty="0"/>
              <a:t>Terminator Block</a:t>
            </a:r>
          </a:p>
          <a:p>
            <a:pPr lvl="1"/>
            <a:r>
              <a:rPr lang="en-US" sz="1600" dirty="0"/>
              <a:t>Oval or rounded rectangle shaped.</a:t>
            </a:r>
          </a:p>
          <a:p>
            <a:pPr lvl="1"/>
            <a:r>
              <a:rPr lang="en-IN" sz="1600" dirty="0"/>
              <a:t>Used </a:t>
            </a:r>
            <a:r>
              <a:rPr lang="en-IN" sz="1600" b="1" dirty="0"/>
              <a:t>only</a:t>
            </a:r>
            <a:r>
              <a:rPr lang="en-IN" sz="1600" dirty="0"/>
              <a:t> for Start / End of flowchart.</a:t>
            </a:r>
          </a:p>
          <a:p>
            <a:pPr marL="457200" lvl="1" indent="0">
              <a:buNone/>
            </a:pPr>
            <a:r>
              <a:rPr lang="en-US" sz="1600" dirty="0"/>
              <a:t> </a:t>
            </a:r>
          </a:p>
          <a:p>
            <a:pPr marL="457200" indent="-457200">
              <a:buAutoNum type="arabicPeriod"/>
            </a:pPr>
            <a:r>
              <a:rPr lang="en-US" sz="2000" b="1" i="1" dirty="0"/>
              <a:t>Input / Output Block</a:t>
            </a:r>
          </a:p>
          <a:p>
            <a:pPr lvl="1"/>
            <a:r>
              <a:rPr lang="en-IN" sz="1600" dirty="0"/>
              <a:t>Parallelogram shaped.</a:t>
            </a:r>
          </a:p>
          <a:p>
            <a:pPr lvl="1"/>
            <a:r>
              <a:rPr lang="en-IN" sz="1600" dirty="0"/>
              <a:t>Used for: taking input (e.g., </a:t>
            </a:r>
            <a:r>
              <a:rPr lang="en-IN" b="1" dirty="0"/>
              <a:t>Input A, B</a:t>
            </a:r>
            <a:r>
              <a:rPr lang="en-IN" sz="1600" dirty="0"/>
              <a:t>) and printing output (e.g., </a:t>
            </a:r>
            <a:r>
              <a:rPr lang="en-IN" b="1" dirty="0"/>
              <a:t>Print Sum</a:t>
            </a:r>
            <a:r>
              <a:rPr lang="en-IN" sz="1600" dirty="0"/>
              <a:t>)</a:t>
            </a:r>
          </a:p>
          <a:p>
            <a:pPr marL="457200" lvl="1" indent="0">
              <a:buNone/>
            </a:pPr>
            <a:endParaRPr lang="en-US" sz="1600" b="1" i="1" dirty="0"/>
          </a:p>
          <a:p>
            <a:pPr marL="457200" indent="-457200">
              <a:buAutoNum type="arabicPeriod"/>
            </a:pPr>
            <a:r>
              <a:rPr lang="en-US" sz="2000" b="1" i="1" dirty="0"/>
              <a:t>Processing Block</a:t>
            </a:r>
          </a:p>
          <a:p>
            <a:pPr lvl="1"/>
            <a:r>
              <a:rPr lang="en-IN" sz="1600" dirty="0"/>
              <a:t>Rectangle shaped.</a:t>
            </a:r>
          </a:p>
          <a:p>
            <a:pPr lvl="1"/>
            <a:r>
              <a:rPr lang="en-IN" sz="1600" dirty="0"/>
              <a:t>Used for:</a:t>
            </a:r>
          </a:p>
          <a:p>
            <a:pPr lvl="2"/>
            <a:r>
              <a:rPr lang="en-IN" sz="1200" b="1" i="1" dirty="0"/>
              <a:t>Assignment: </a:t>
            </a:r>
            <a:r>
              <a:rPr lang="en-IN" sz="1200" dirty="0"/>
              <a:t>sum = 0</a:t>
            </a:r>
            <a:r>
              <a:rPr lang="en-IN" sz="1200" b="1" i="1" dirty="0"/>
              <a:t>, </a:t>
            </a:r>
            <a:r>
              <a:rPr lang="en-IN" sz="1200" dirty="0"/>
              <a:t>i = 1</a:t>
            </a:r>
          </a:p>
          <a:p>
            <a:pPr lvl="2"/>
            <a:r>
              <a:rPr lang="en-IN" sz="1200" b="1" i="1" dirty="0"/>
              <a:t>Calculation: </a:t>
            </a:r>
            <a:r>
              <a:rPr lang="en-IN" sz="1200" dirty="0"/>
              <a:t>sum = a + b</a:t>
            </a:r>
            <a:endParaRPr lang="en-US" sz="1200" b="1" i="1" dirty="0"/>
          </a:p>
          <a:p>
            <a:pPr marL="457200" indent="-457200">
              <a:buAutoNum type="arabicPeriod"/>
            </a:pPr>
            <a:r>
              <a:rPr lang="en-US" sz="2000" b="1" i="1" dirty="0"/>
              <a:t>Decision Making Block</a:t>
            </a:r>
          </a:p>
          <a:p>
            <a:pPr lvl="1"/>
            <a:r>
              <a:rPr lang="en-IN" sz="1600" dirty="0"/>
              <a:t>Diamond shaped.</a:t>
            </a:r>
          </a:p>
          <a:p>
            <a:pPr lvl="1"/>
            <a:r>
              <a:rPr lang="en-IN" sz="1600" dirty="0"/>
              <a:t>Contains a </a:t>
            </a:r>
            <a:r>
              <a:rPr lang="en-IN" sz="1600" b="1" dirty="0"/>
              <a:t>condition</a:t>
            </a:r>
            <a:r>
              <a:rPr lang="en-IN" sz="1600" dirty="0"/>
              <a:t> that evaluates to </a:t>
            </a:r>
            <a:r>
              <a:rPr lang="en-IN" sz="1600" b="1" dirty="0"/>
              <a:t>True or False.</a:t>
            </a:r>
          </a:p>
          <a:p>
            <a:pPr lvl="1"/>
            <a:r>
              <a:rPr lang="en-IN" sz="1600" dirty="0"/>
              <a:t>Two paths emerge: </a:t>
            </a:r>
            <a:r>
              <a:rPr lang="en-IN" sz="1600" b="1" dirty="0"/>
              <a:t>True path</a:t>
            </a:r>
            <a:r>
              <a:rPr lang="en-IN" sz="1600" dirty="0"/>
              <a:t> and </a:t>
            </a:r>
            <a:r>
              <a:rPr lang="en-IN" sz="1600" b="1" dirty="0"/>
              <a:t>False path.</a:t>
            </a:r>
          </a:p>
          <a:p>
            <a:pPr lvl="1"/>
            <a:r>
              <a:rPr lang="en-IN" sz="1600" dirty="0"/>
              <a:t>Example: name == “Shubham” → True goes one way, False goes another.</a:t>
            </a:r>
            <a:endParaRPr lang="en-US" sz="1600" b="1" i="1" dirty="0"/>
          </a:p>
          <a:p>
            <a:pPr marL="457200" indent="-457200">
              <a:buAutoNum type="arabicPeriod"/>
            </a:pPr>
            <a:r>
              <a:rPr lang="en-US" sz="2000" b="1" i="1" dirty="0"/>
              <a:t>Links</a:t>
            </a:r>
          </a:p>
          <a:p>
            <a:pPr lvl="1"/>
            <a:r>
              <a:rPr lang="en-IN" sz="1600" dirty="0"/>
              <a:t>Arrows connecting all blocks.</a:t>
            </a:r>
          </a:p>
          <a:p>
            <a:pPr lvl="1"/>
            <a:r>
              <a:rPr lang="en-IN" sz="1600" dirty="0"/>
              <a:t>Show </a:t>
            </a:r>
            <a:r>
              <a:rPr lang="en-IN" sz="1600" b="1" dirty="0"/>
              <a:t>execution flow / direction.</a:t>
            </a:r>
            <a:endParaRPr lang="en-US" sz="1600" b="1" i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55344-F3D0-8E78-3F65-62424A758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4256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696E6-BBD4-BDE4-0E60-617D7A09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6C42C-0A9F-F8AB-54A4-7032C28AA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800"/>
            <a:ext cx="10515600" cy="61880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 Flowchart: </a:t>
            </a:r>
            <a:r>
              <a:rPr lang="en-US" sz="2000" dirty="0"/>
              <a:t>Sum of Two numbers (a + b)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66C86-C969-945C-4359-0F5D4050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555CDF2-0C5A-56B6-35A0-F8B158E505D5}"/>
              </a:ext>
            </a:extLst>
          </p:cNvPr>
          <p:cNvGrpSpPr/>
          <p:nvPr/>
        </p:nvGrpSpPr>
        <p:grpSpPr>
          <a:xfrm>
            <a:off x="5135880" y="807720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7A53730-655D-CAAF-02C1-2BBF8F1B7F1D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9581F2E7-7794-51BA-BE94-F6DDB7D0330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3E4F75-B45F-A127-78E2-E83AEE80D1D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C001BB8-05D0-5FC6-1C56-D64F2B24D739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77EA4130-57AC-9DD6-FB65-FCF066BFF3A6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BB4210-609B-87DA-E099-8E59C43E93B8}"/>
                  </a:ext>
                </a:extLst>
              </p:cNvPr>
              <p:cNvSpPr txBox="1"/>
              <p:nvPr/>
            </p:nvSpPr>
            <p:spPr>
              <a:xfrm>
                <a:off x="2951797" y="2417683"/>
                <a:ext cx="1205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Input a, b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F7A26F4-8298-F9B1-E5D7-9B4F2EF8C102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DF2B14A-54DF-BED2-8806-4513B29F63F5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1D2F64-3D02-4B3F-FE23-C5110A021493}"/>
                  </a:ext>
                </a:extLst>
              </p:cNvPr>
              <p:cNvSpPr txBox="1"/>
              <p:nvPr/>
            </p:nvSpPr>
            <p:spPr>
              <a:xfrm>
                <a:off x="2863213" y="3501628"/>
                <a:ext cx="13535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sum = a + b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0A3548B-BF95-8B31-ECD3-CBA9E4861856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A6B2C7EF-CAE2-FF73-EF2B-127C3376C433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A46FC1-E74E-C514-AACD-88620CB17416}"/>
                  </a:ext>
                </a:extLst>
              </p:cNvPr>
              <p:cNvSpPr txBox="1"/>
              <p:nvPr/>
            </p:nvSpPr>
            <p:spPr>
              <a:xfrm>
                <a:off x="2951797" y="2417683"/>
                <a:ext cx="1205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Print sum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CB61FFD-B983-00BA-DB4E-9A8EA74FB3C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82FB61E-0EAA-32E8-5FA4-ADC32A11B2A4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A3D284A-C20F-FCD1-AB82-818584DE51D4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64C40E4-60A4-AD7B-151E-A714106729A0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82E9CE4-1823-9D6D-33D0-D312B5A19A2B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C73F1594-9EB9-1BA5-D1C5-F8003B8A184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41C41E3-6CA6-D79B-8AB2-00A4742718DF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411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END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227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EA9AC-7364-E643-1DF7-167940B4B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9315"/>
          </a:xfrm>
        </p:spPr>
        <p:txBody>
          <a:bodyPr/>
          <a:lstStyle/>
          <a:p>
            <a:pPr algn="ctr"/>
            <a:r>
              <a:rPr lang="en-IN" b="1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BBB8C-0840-C2AB-17AC-A0D7BD5EA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Pseudo </a:t>
            </a:r>
            <a:r>
              <a:rPr lang="en-IN" dirty="0"/>
              <a:t> = Fake / Dummy</a:t>
            </a:r>
          </a:p>
          <a:p>
            <a:r>
              <a:rPr lang="en-IN" b="1" dirty="0"/>
              <a:t>Code </a:t>
            </a:r>
            <a:r>
              <a:rPr lang="en-IN" dirty="0"/>
              <a:t>= Code</a:t>
            </a:r>
          </a:p>
          <a:p>
            <a:endParaRPr lang="en-IN" dirty="0"/>
          </a:p>
          <a:p>
            <a:r>
              <a:rPr lang="en-IN" dirty="0"/>
              <a:t>So, </a:t>
            </a:r>
            <a:r>
              <a:rPr lang="en-IN" b="1" dirty="0"/>
              <a:t>Pseudocode = Fake Code</a:t>
            </a:r>
            <a:r>
              <a:rPr lang="en-IN" dirty="0"/>
              <a:t> — it is </a:t>
            </a:r>
            <a:r>
              <a:rPr lang="en-IN" b="1" dirty="0"/>
              <a:t>NOT</a:t>
            </a:r>
            <a:r>
              <a:rPr lang="en-IN" dirty="0"/>
              <a:t> written in any real programming language.</a:t>
            </a:r>
          </a:p>
          <a:p>
            <a:r>
              <a:rPr lang="en-IN" dirty="0"/>
              <a:t>It is the </a:t>
            </a:r>
            <a:r>
              <a:rPr lang="en-IN" b="1" dirty="0"/>
              <a:t>logic/algorithm written in plain, human-understandable language</a:t>
            </a:r>
            <a:r>
              <a:rPr lang="en-IN" dirty="0"/>
              <a:t> (English, Hindi, or any language).</a:t>
            </a:r>
          </a:p>
          <a:p>
            <a:r>
              <a:rPr lang="en-IN" dirty="0"/>
              <a:t>Used to </a:t>
            </a:r>
            <a:r>
              <a:rPr lang="en-IN" b="1" dirty="0"/>
              <a:t>roughly outline</a:t>
            </a:r>
            <a:r>
              <a:rPr lang="en-IN" dirty="0"/>
              <a:t> your approach before actual coding.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7F4BC-5E24-BBDC-EDFC-FBCD3FC80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0673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79DA-C000-96E2-53F1-3D161ED40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FE9C0-DC5F-8201-43EB-F0505D920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560"/>
            <a:ext cx="10515600" cy="588740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Key Characteristics:</a:t>
            </a:r>
          </a:p>
          <a:p>
            <a:pPr lvl="1"/>
            <a:r>
              <a:rPr lang="en-IN" dirty="0"/>
              <a:t>No fixed syntax / rules – written in </a:t>
            </a:r>
            <a:r>
              <a:rPr lang="en-IN" b="1" dirty="0"/>
              <a:t>simple</a:t>
            </a:r>
            <a:r>
              <a:rPr lang="en-IN" dirty="0"/>
              <a:t>, </a:t>
            </a:r>
            <a:r>
              <a:rPr lang="en-IN" b="1" dirty="0"/>
              <a:t>understandable</a:t>
            </a:r>
            <a:r>
              <a:rPr lang="en-IN" dirty="0"/>
              <a:t> </a:t>
            </a:r>
            <a:r>
              <a:rPr lang="en-IN" b="1" dirty="0"/>
              <a:t>steps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Different people can write pseudocode </a:t>
            </a:r>
            <a:r>
              <a:rPr lang="en-IN" b="1" dirty="0"/>
              <a:t>differently</a:t>
            </a:r>
            <a:r>
              <a:rPr lang="en-IN" dirty="0"/>
              <a:t> for the same problem – all are valid as long as logic is clear.</a:t>
            </a:r>
          </a:p>
          <a:p>
            <a:pPr lvl="1"/>
            <a:r>
              <a:rPr lang="en-IN" dirty="0"/>
              <a:t>Acts as a </a:t>
            </a:r>
            <a:r>
              <a:rPr lang="en-IN" b="1" dirty="0"/>
              <a:t>bridge</a:t>
            </a:r>
            <a:r>
              <a:rPr lang="en-IN" dirty="0"/>
              <a:t> between Algorithm (thought process) and actual code (Java / C++ / Python).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b="1" dirty="0"/>
              <a:t>Example: </a:t>
            </a:r>
            <a:r>
              <a:rPr lang="en-IN" dirty="0"/>
              <a:t>Sum of 2 numbers (a + b)</a:t>
            </a:r>
          </a:p>
          <a:p>
            <a:pPr lvl="1"/>
            <a:r>
              <a:rPr lang="en-IN" b="1" i="1" dirty="0"/>
              <a:t>STEP 1:</a:t>
            </a:r>
            <a:r>
              <a:rPr lang="en-IN" b="1" dirty="0"/>
              <a:t> </a:t>
            </a:r>
            <a:r>
              <a:rPr lang="en-IN" dirty="0"/>
              <a:t>Start</a:t>
            </a:r>
          </a:p>
          <a:p>
            <a:pPr lvl="1"/>
            <a:r>
              <a:rPr lang="en-IN" b="1" i="1" dirty="0"/>
              <a:t>STEP 2: </a:t>
            </a:r>
            <a:r>
              <a:rPr lang="en-IN" dirty="0"/>
              <a:t>Take input from user for a &amp; b.</a:t>
            </a:r>
          </a:p>
          <a:p>
            <a:pPr lvl="1"/>
            <a:r>
              <a:rPr lang="en-IN" b="1" i="1" dirty="0"/>
              <a:t>STEP 3: </a:t>
            </a:r>
            <a:r>
              <a:rPr lang="en-IN" dirty="0"/>
              <a:t>Add a &amp; b, store result in sum.</a:t>
            </a:r>
          </a:p>
          <a:p>
            <a:pPr lvl="1"/>
            <a:r>
              <a:rPr lang="en-IN" b="1" i="1" dirty="0"/>
              <a:t>STEP 4: </a:t>
            </a:r>
            <a:r>
              <a:rPr lang="en-IN" dirty="0"/>
              <a:t>Print sum</a:t>
            </a:r>
          </a:p>
          <a:p>
            <a:pPr lvl="1"/>
            <a:r>
              <a:rPr lang="en-IN" b="1" i="1" dirty="0"/>
              <a:t>STEP 5: </a:t>
            </a:r>
            <a:r>
              <a:rPr lang="en-IN" dirty="0"/>
              <a:t>End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Start / End </a:t>
            </a:r>
            <a:r>
              <a:rPr lang="en-IN" dirty="0"/>
              <a:t>steps are </a:t>
            </a:r>
            <a:r>
              <a:rPr lang="en-IN" b="1" dirty="0"/>
              <a:t>optional </a:t>
            </a:r>
            <a:r>
              <a:rPr lang="en-IN" dirty="0"/>
              <a:t>– even just 3 middle steps are acceptable.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A1D05-7C24-4D4B-7F9A-3A1E4F7A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1880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18D65-4C6A-EBEE-177B-8EFF98EF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9337C-89D8-01B6-B4EC-32D91E27B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560"/>
            <a:ext cx="10515600" cy="588740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Example: </a:t>
            </a:r>
            <a:r>
              <a:rPr lang="en-US" dirty="0"/>
              <a:t>Average of a, b, c</a:t>
            </a:r>
          </a:p>
          <a:p>
            <a:pPr lvl="1"/>
            <a:r>
              <a:rPr lang="en-IN" b="1" i="1" dirty="0"/>
              <a:t>STEP 1: </a:t>
            </a:r>
            <a:r>
              <a:rPr lang="en-IN" dirty="0"/>
              <a:t>Start</a:t>
            </a:r>
          </a:p>
          <a:p>
            <a:pPr lvl="1"/>
            <a:r>
              <a:rPr lang="en-IN" b="1" i="1" dirty="0"/>
              <a:t>STEP 2: </a:t>
            </a:r>
            <a:r>
              <a:rPr lang="en-IN" dirty="0"/>
              <a:t>Take input for </a:t>
            </a:r>
            <a:r>
              <a:rPr lang="en-IN" b="1" dirty="0"/>
              <a:t>a</a:t>
            </a:r>
            <a:r>
              <a:rPr lang="en-IN" dirty="0"/>
              <a:t>, </a:t>
            </a:r>
            <a:r>
              <a:rPr lang="en-IN" b="1" dirty="0"/>
              <a:t>b</a:t>
            </a:r>
            <a:r>
              <a:rPr lang="en-IN" dirty="0"/>
              <a:t>, </a:t>
            </a:r>
            <a:r>
              <a:rPr lang="en-IN" b="1" dirty="0"/>
              <a:t>c</a:t>
            </a:r>
          </a:p>
          <a:p>
            <a:pPr lvl="1"/>
            <a:r>
              <a:rPr lang="en-IN" b="1" i="1" dirty="0"/>
              <a:t>STEP 3: </a:t>
            </a:r>
            <a:r>
              <a:rPr lang="en-IN" b="1" dirty="0"/>
              <a:t>Average</a:t>
            </a:r>
            <a:r>
              <a:rPr lang="en-IN" dirty="0"/>
              <a:t> </a:t>
            </a:r>
            <a:r>
              <a:rPr lang="en-IN" b="1" dirty="0"/>
              <a:t>= (a + b + c ) / 3</a:t>
            </a:r>
          </a:p>
          <a:p>
            <a:pPr lvl="1"/>
            <a:r>
              <a:rPr lang="en-IN" b="1" i="1" dirty="0"/>
              <a:t>STEP 4: </a:t>
            </a:r>
            <a:r>
              <a:rPr lang="en-IN" dirty="0"/>
              <a:t>Print </a:t>
            </a:r>
            <a:r>
              <a:rPr lang="en-IN" b="1" dirty="0"/>
              <a:t>Average</a:t>
            </a:r>
          </a:p>
          <a:p>
            <a:pPr lvl="1"/>
            <a:r>
              <a:rPr lang="en-IN" b="1" i="1" dirty="0"/>
              <a:t>STEP 5: </a:t>
            </a:r>
            <a:r>
              <a:rPr lang="en-IN" dirty="0"/>
              <a:t>End</a:t>
            </a:r>
          </a:p>
          <a:p>
            <a:pPr lvl="1"/>
            <a:endParaRPr lang="en-IN" dirty="0"/>
          </a:p>
          <a:p>
            <a:pPr marL="0" indent="0">
              <a:buNone/>
            </a:pPr>
            <a:r>
              <a:rPr lang="en-IN" b="1" dirty="0"/>
              <a:t>Pseudocode with Decision Making (Positive / Negative / Zero check)</a:t>
            </a:r>
          </a:p>
          <a:p>
            <a:pPr lvl="1"/>
            <a:r>
              <a:rPr lang="en-IN" b="1" i="1" dirty="0"/>
              <a:t>STEP 1: </a:t>
            </a:r>
            <a:r>
              <a:rPr lang="en-IN" dirty="0"/>
              <a:t>Start</a:t>
            </a:r>
          </a:p>
          <a:p>
            <a:pPr lvl="1"/>
            <a:r>
              <a:rPr lang="en-IN" b="1" i="1" dirty="0"/>
              <a:t>STEP 2: </a:t>
            </a:r>
            <a:r>
              <a:rPr lang="en-IN" dirty="0"/>
              <a:t>Input </a:t>
            </a:r>
            <a:r>
              <a:rPr lang="en-IN" b="1" dirty="0"/>
              <a:t>number</a:t>
            </a:r>
          </a:p>
          <a:p>
            <a:pPr lvl="1"/>
            <a:r>
              <a:rPr lang="en-IN" b="1" i="1" dirty="0"/>
              <a:t>STEP 3: </a:t>
            </a:r>
            <a:r>
              <a:rPr lang="en-IN" dirty="0"/>
              <a:t>If </a:t>
            </a:r>
            <a:r>
              <a:rPr lang="en-IN" b="1" dirty="0"/>
              <a:t>number</a:t>
            </a:r>
            <a:r>
              <a:rPr lang="en-IN" dirty="0"/>
              <a:t> &gt; </a:t>
            </a:r>
            <a:r>
              <a:rPr lang="en-IN" b="1" dirty="0"/>
              <a:t>0</a:t>
            </a:r>
            <a:r>
              <a:rPr lang="en-IN" dirty="0"/>
              <a:t> </a:t>
            </a:r>
            <a:r>
              <a:rPr lang="en-US" dirty="0"/>
              <a:t>➡️ Print “</a:t>
            </a:r>
            <a:r>
              <a:rPr lang="en-US" b="1" dirty="0"/>
              <a:t>positive</a:t>
            </a:r>
            <a:r>
              <a:rPr lang="en-US" dirty="0"/>
              <a:t>” ➡️ Go to </a:t>
            </a:r>
            <a:r>
              <a:rPr lang="en-US" b="1" i="1" dirty="0"/>
              <a:t>Step 6</a:t>
            </a:r>
          </a:p>
          <a:p>
            <a:pPr lvl="1"/>
            <a:r>
              <a:rPr lang="en-IN" b="1" i="1" dirty="0"/>
              <a:t>STEP 4: </a:t>
            </a:r>
            <a:r>
              <a:rPr lang="en-IN" dirty="0"/>
              <a:t>If </a:t>
            </a:r>
            <a:r>
              <a:rPr lang="en-IN" b="1" dirty="0"/>
              <a:t>number</a:t>
            </a:r>
            <a:r>
              <a:rPr lang="en-IN" dirty="0"/>
              <a:t> &gt; </a:t>
            </a:r>
            <a:r>
              <a:rPr lang="en-IN" b="1" dirty="0"/>
              <a:t>0</a:t>
            </a:r>
            <a:r>
              <a:rPr lang="en-IN" dirty="0"/>
              <a:t> </a:t>
            </a:r>
            <a:r>
              <a:rPr lang="en-US" dirty="0"/>
              <a:t>➡️ Print “</a:t>
            </a:r>
            <a:r>
              <a:rPr lang="en-US" b="1" dirty="0"/>
              <a:t>negative</a:t>
            </a:r>
            <a:r>
              <a:rPr lang="en-US" dirty="0"/>
              <a:t>” ➡️ Go to </a:t>
            </a:r>
            <a:r>
              <a:rPr lang="en-US" b="1" i="1" dirty="0"/>
              <a:t>Step 6</a:t>
            </a:r>
          </a:p>
          <a:p>
            <a:pPr lvl="1"/>
            <a:r>
              <a:rPr lang="en-IN" b="1" i="1" dirty="0"/>
              <a:t>STEP 5: </a:t>
            </a:r>
            <a:r>
              <a:rPr lang="en-IN" dirty="0"/>
              <a:t>Print “</a:t>
            </a:r>
            <a:r>
              <a:rPr lang="en-IN" b="1" dirty="0"/>
              <a:t>zero</a:t>
            </a:r>
            <a:r>
              <a:rPr lang="en-IN" dirty="0"/>
              <a:t>”</a:t>
            </a:r>
          </a:p>
          <a:p>
            <a:pPr lvl="1"/>
            <a:r>
              <a:rPr lang="en-IN" b="1" i="1" dirty="0"/>
              <a:t>STEP 6: </a:t>
            </a:r>
            <a:r>
              <a:rPr lang="en-IN" dirty="0"/>
              <a:t>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B89DD-05D4-CC84-2294-59EFD3A4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3155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FA744-FADF-4399-D1A6-20F7CE180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3FB0B-B974-E77F-96AD-83591C9B7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the sum of 2 numbers A &amp; B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A1FB81-C1E4-62C8-27D7-01A67E0B9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452D253-EE5F-7B6E-6442-E66B9A817CCF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EDA9EF9-F685-CBC9-EF60-CD8186FB6164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09CC9099-2C94-0247-D066-817DEC648117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860B2B-018D-81C9-3BDA-EB2A3E68944F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415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51C09E8-3440-F757-029F-E7B11FA581DF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768973C8-FAAD-5261-E485-D50DED093DF4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22AC40-6E62-AD4B-DCAE-B5F2EFBFC55C}"/>
                  </a:ext>
                </a:extLst>
              </p:cNvPr>
              <p:cNvSpPr txBox="1"/>
              <p:nvPr/>
            </p:nvSpPr>
            <p:spPr>
              <a:xfrm>
                <a:off x="2951797" y="2417683"/>
                <a:ext cx="1205865" cy="3736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Input</a:t>
                </a:r>
                <a:r>
                  <a:rPr lang="en-IN" b="1" dirty="0"/>
                  <a:t> a, b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2C836-5124-DE07-B860-F090F2E6D0EA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8766889-58D5-B780-4003-0E33EBF063D7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032A6F6-EE20-6C32-2B29-B1B75C81DE2F}"/>
                  </a:ext>
                </a:extLst>
              </p:cNvPr>
              <p:cNvSpPr txBox="1"/>
              <p:nvPr/>
            </p:nvSpPr>
            <p:spPr>
              <a:xfrm>
                <a:off x="2863213" y="3501628"/>
                <a:ext cx="13535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sum = a + b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52D411A-B08B-87B5-9BC2-238CB30E1087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22099FEC-9FD1-C432-7F29-0E3379503005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2B0B002-6336-FBCA-D493-E55517B3CD5E}"/>
                  </a:ext>
                </a:extLst>
              </p:cNvPr>
              <p:cNvSpPr txBox="1"/>
              <p:nvPr/>
            </p:nvSpPr>
            <p:spPr>
              <a:xfrm>
                <a:off x="2764775" y="2417357"/>
                <a:ext cx="1524241" cy="373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Print</a:t>
                </a:r>
                <a:r>
                  <a:rPr lang="en-IN" b="1" dirty="0"/>
                  <a:t> </a:t>
                </a:r>
                <a:r>
                  <a:rPr lang="en-IN" dirty="0"/>
                  <a:t>“</a:t>
                </a:r>
                <a:r>
                  <a:rPr lang="en-IN" b="1" dirty="0"/>
                  <a:t>sum</a:t>
                </a:r>
                <a:r>
                  <a:rPr lang="en-IN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58DFB4D-FE6E-35D7-4140-E26972305AD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2D5C305-4B12-6446-4297-A994F28B5B09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39EBD59-3811-AC9E-188D-C41F78E725F6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38A856A-A348-F1A8-3A7A-0E05BF6DC86C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135BCA8-814C-F007-956D-CA9797C71F5F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52DCA856-4CD0-5C60-8137-5D440EF26EE4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E5716B-4479-E05F-429B-C54284B28CC9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415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C7D995B-CD94-C919-301D-A0CD207C54DB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</a:t>
            </a:r>
            <a:r>
              <a:rPr lang="en-IN" sz="2400" dirty="0"/>
              <a:t>, </a:t>
            </a:r>
            <a:r>
              <a:rPr lang="en-IN" sz="2400" b="1" dirty="0"/>
              <a:t>b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sum = a + b</a:t>
            </a:r>
          </a:p>
          <a:p>
            <a:pPr lvl="1"/>
            <a:r>
              <a:rPr lang="en-IN" sz="2400" b="1" i="1" dirty="0"/>
              <a:t>STEP 4:</a:t>
            </a:r>
            <a:r>
              <a:rPr lang="en-IN" sz="2400" b="1" dirty="0"/>
              <a:t> </a:t>
            </a:r>
            <a:r>
              <a:rPr lang="en-IN" sz="2400" dirty="0"/>
              <a:t>Print “</a:t>
            </a:r>
            <a:r>
              <a:rPr lang="en-IN" sz="2400" b="1" dirty="0"/>
              <a:t>sum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</a:t>
            </a:r>
            <a:r>
              <a:rPr lang="en-IN" sz="2400" b="1" dirty="0"/>
              <a:t>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071182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EAEFE-255F-59F8-DFE6-5BD0A1EE0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FC289-AA71-20B7-56F7-91F2FB678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average of a, b, c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67DCF-CF55-ACDB-F1E4-AA9C61F37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CBFF85-870F-BF4D-5F2E-E6BFD0D783BC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888CE24-8C5B-2373-2F97-360EAFAD4DFB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026EBD-E389-F72B-C41D-AE33B62ABF9C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3739ECA-1A2B-7096-6623-BDA45C7F9E8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EF6DF1-ECA0-95DA-BDE0-3524AF2A1DF1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1F6825DF-FE82-C02E-A97F-FA0B253EABC4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842F43-4D51-1A6C-F11E-F01E1EABFB1A}"/>
                  </a:ext>
                </a:extLst>
              </p:cNvPr>
              <p:cNvSpPr txBox="1"/>
              <p:nvPr/>
            </p:nvSpPr>
            <p:spPr>
              <a:xfrm>
                <a:off x="2791807" y="2419415"/>
                <a:ext cx="147017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</a:t>
                </a:r>
                <a:r>
                  <a:rPr lang="en-IN" sz="1600" b="1" dirty="0"/>
                  <a:t> a, b, c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035B174-460F-21A7-31FB-3FC6449B76C7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757E58A-700A-4A2E-DC4C-CB47DD915701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803052-4279-CEC5-4C3D-6E6B3A965285}"/>
                  </a:ext>
                </a:extLst>
              </p:cNvPr>
              <p:cNvSpPr txBox="1"/>
              <p:nvPr/>
            </p:nvSpPr>
            <p:spPr>
              <a:xfrm>
                <a:off x="2657950" y="3382291"/>
                <a:ext cx="1764030" cy="5916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b="1" dirty="0"/>
                  <a:t>average = (a + b + c) / 3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50E15A9-8E34-FB77-5934-F6A9D6FB0EE6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5E05A30D-826C-5451-C090-679FE2060A41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7C34C8-8D5B-F949-1AF0-E0075C0DFAFD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</a:t>
                </a:r>
                <a:r>
                  <a:rPr lang="en-IN" sz="1600" b="1" dirty="0"/>
                  <a:t> </a:t>
                </a:r>
                <a:r>
                  <a:rPr lang="en-IN" sz="1600" dirty="0"/>
                  <a:t>“</a:t>
                </a:r>
                <a:r>
                  <a:rPr lang="en-IN" sz="1600" b="1" dirty="0"/>
                  <a:t>average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97F088D-B269-D25C-8803-262FF985574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13D208B-82C8-F464-0FE4-6D41D8143D15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4EAEE73-4631-8A62-585C-31C3FEC2A887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4AF8AB7-E6C5-EE84-F535-D80F57C984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9B50C5E7-559D-EB0E-1A2C-4EE1113FA8E7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0656A196-8259-A71F-536C-3C261383C98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13F6C41-EA49-5BF2-F600-A34A34B56FD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7603C9-E0F0-31E9-DF88-65DA964A9EB6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</a:t>
            </a:r>
            <a:r>
              <a:rPr lang="en-IN" sz="2400" dirty="0"/>
              <a:t>, </a:t>
            </a:r>
            <a:r>
              <a:rPr lang="en-IN" sz="2400" b="1" dirty="0"/>
              <a:t>b</a:t>
            </a:r>
            <a:r>
              <a:rPr lang="en-IN" sz="2400" dirty="0"/>
              <a:t>, </a:t>
            </a:r>
            <a:r>
              <a:rPr lang="en-IN" sz="2400" b="1" dirty="0"/>
              <a:t>c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average = (a + b + c) / 3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average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177032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0561-4FD9-B8CD-A2B4-567F3B84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F368-9091-6085-967D-E657CC60A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Take input, add 3 numbers &amp; print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1B06B-DE1E-6684-AA18-CD6744192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C7B248F-8386-1166-C021-B98193507C6F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A95A354-0E00-0D0B-6E38-074A18E1776A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5BBA0FD3-C036-D3DF-F187-D34B19249386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71364F-B282-F923-A25C-012E9921960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E9EF94C-D513-29DF-BC02-4D427B8F176E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5D1DBE5A-CAFB-A151-6554-5E20FBB744E9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E5F947-542A-BDEE-995F-DEECDE7EC495}"/>
                  </a:ext>
                </a:extLst>
              </p:cNvPr>
              <p:cNvSpPr txBox="1"/>
              <p:nvPr/>
            </p:nvSpPr>
            <p:spPr>
              <a:xfrm>
                <a:off x="2791807" y="2419415"/>
                <a:ext cx="147017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</a:t>
                </a:r>
                <a:r>
                  <a:rPr lang="en-IN" sz="1600" b="1" dirty="0"/>
                  <a:t> a, b, c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BA1D4F4-2067-4EFE-9AC9-15F836F9B54B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E96400A-668E-4DA7-126A-51705122AB97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04FBD3-4DE9-AC01-2297-62ECFF112BC4}"/>
                  </a:ext>
                </a:extLst>
              </p:cNvPr>
              <p:cNvSpPr txBox="1"/>
              <p:nvPr/>
            </p:nvSpPr>
            <p:spPr>
              <a:xfrm>
                <a:off x="2657950" y="3528539"/>
                <a:ext cx="176403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b="1" dirty="0"/>
                  <a:t>sum = (a +b + c)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C3AC785-5942-4868-6CC4-427A122678CC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2E82CE64-DC0C-6D6A-BC79-6CCFD551417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E33F07-AF20-C447-F3FC-3A3593A141A4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</a:t>
                </a:r>
                <a:r>
                  <a:rPr lang="en-IN" sz="1600" b="1" dirty="0"/>
                  <a:t> </a:t>
                </a:r>
                <a:r>
                  <a:rPr lang="en-IN" sz="1600" dirty="0"/>
                  <a:t>“</a:t>
                </a:r>
                <a:r>
                  <a:rPr lang="en-IN" sz="1600" b="1" dirty="0"/>
                  <a:t>sum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0A1C7AB-727A-F4EC-5DF4-C6AF6C0561A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F299A99-2164-D2F0-4C4D-78EC198C0638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7E94110-9171-ED4B-9F46-0932479ED766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5BF85EB-3FEF-DDA7-B74A-E5EC143D735E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DE21FB7-2A9A-E2DE-619D-5C522974EEC5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EF687FC-4247-A936-FC12-6247A7A5352B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1A416F2-7CF9-C2E7-009D-BF070DE2FEA1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3DB2935-927A-E273-1D7A-6B9767828B8E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</a:t>
            </a:r>
            <a:r>
              <a:rPr lang="en-IN" sz="2400" dirty="0"/>
              <a:t>, </a:t>
            </a:r>
            <a:r>
              <a:rPr lang="en-IN" sz="2400" b="1" dirty="0"/>
              <a:t>b</a:t>
            </a:r>
            <a:r>
              <a:rPr lang="en-IN" sz="2400" dirty="0"/>
              <a:t>, </a:t>
            </a:r>
            <a:r>
              <a:rPr lang="en-IN" sz="2400" b="1" dirty="0"/>
              <a:t>c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sum = (a + b + c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sum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40795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76729-C30F-0862-CEEA-0DDFEDCB9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FB1DA-2A7F-F82F-C469-7739E0537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area of rectangle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11FA8-841B-8F30-85C7-2A4DD456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</a:t>
            </a:fld>
            <a:endParaRPr lang="en-I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8051003-40D8-C22F-8859-CE34B9CB0575}"/>
              </a:ext>
            </a:extLst>
          </p:cNvPr>
          <p:cNvGrpSpPr/>
          <p:nvPr/>
        </p:nvGrpSpPr>
        <p:grpSpPr>
          <a:xfrm>
            <a:off x="1323257" y="989331"/>
            <a:ext cx="1842135" cy="5503544"/>
            <a:chOff x="5213985" y="743010"/>
            <a:chExt cx="1764030" cy="55682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33AC67C-778C-19CE-B423-769C78F8520A}"/>
                </a:ext>
              </a:extLst>
            </p:cNvPr>
            <p:cNvGrpSpPr/>
            <p:nvPr/>
          </p:nvGrpSpPr>
          <p:grpSpPr>
            <a:xfrm>
              <a:off x="5455920" y="743010"/>
              <a:ext cx="1280160" cy="910530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AABB1E70-6C0E-8E3D-9A6B-47D195E97BDF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F396A7-9B93-E10A-A379-AF9DDED2F91E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3DB7494-069F-4BE7-DE39-FA6D744F3EA3}"/>
                </a:ext>
              </a:extLst>
            </p:cNvPr>
            <p:cNvGrpSpPr/>
            <p:nvPr/>
          </p:nvGrpSpPr>
          <p:grpSpPr>
            <a:xfrm>
              <a:off x="5213985" y="2093654"/>
              <a:ext cx="1764030" cy="662940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ED643AD1-212D-7EB0-D98E-58BBCC809ED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0FEDED-9385-0784-971D-B617381E18D5}"/>
                  </a:ext>
                </a:extLst>
              </p:cNvPr>
              <p:cNvSpPr txBox="1"/>
              <p:nvPr/>
            </p:nvSpPr>
            <p:spPr>
              <a:xfrm>
                <a:off x="2762881" y="2317307"/>
                <a:ext cx="1558295" cy="5916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length, width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EB28F4-FCF5-CBF7-F28F-5D2A8CAE4E99}"/>
                </a:ext>
              </a:extLst>
            </p:cNvPr>
            <p:cNvGrpSpPr/>
            <p:nvPr/>
          </p:nvGrpSpPr>
          <p:grpSpPr>
            <a:xfrm>
              <a:off x="5213985" y="3189088"/>
              <a:ext cx="1764030" cy="662940"/>
              <a:chOff x="2657950" y="3347204"/>
              <a:chExt cx="1764030" cy="66294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F173502-D1C2-B9AB-70A6-07AE1B715E69}"/>
                  </a:ext>
                </a:extLst>
              </p:cNvPr>
              <p:cNvSpPr/>
              <p:nvPr/>
            </p:nvSpPr>
            <p:spPr>
              <a:xfrm>
                <a:off x="2657950" y="3347204"/>
                <a:ext cx="1764030" cy="66294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B104DC-9742-5909-772D-67A101055F19}"/>
                  </a:ext>
                </a:extLst>
              </p:cNvPr>
              <p:cNvSpPr txBox="1"/>
              <p:nvPr/>
            </p:nvSpPr>
            <p:spPr>
              <a:xfrm>
                <a:off x="2657950" y="3366616"/>
                <a:ext cx="1764030" cy="5916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b="1" dirty="0"/>
                  <a:t>area = (length * width)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E9C38E7-5410-8B3D-F0E9-86AF22D62A83}"/>
                </a:ext>
              </a:extLst>
            </p:cNvPr>
            <p:cNvGrpSpPr/>
            <p:nvPr/>
          </p:nvGrpSpPr>
          <p:grpSpPr>
            <a:xfrm>
              <a:off x="5213985" y="4292142"/>
              <a:ext cx="1764030" cy="662940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BFFB782A-C2E8-0DA4-9691-D4F706302158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D6AF657-D1A8-02C4-F811-84A47A8E30A9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area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5DC480F-7E18-51D7-7D27-4D0CDE151E4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653540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6C9DE09-04E9-9335-7C8B-BE6BD97735F5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275659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C34FA7B-DDB4-EE3A-E637-06FF6B867A57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38538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D47A8F9-E666-4E4A-08B8-9D8960E5E81B}"/>
                </a:ext>
              </a:extLst>
            </p:cNvPr>
            <p:cNvCxnSpPr>
              <a:cxnSpLocks/>
            </p:cNvCxnSpPr>
            <p:nvPr/>
          </p:nvCxnSpPr>
          <p:spPr>
            <a:xfrm>
              <a:off x="6095524" y="4958774"/>
              <a:ext cx="0" cy="44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02E93BE-7159-AC27-B2A4-ED646E593252}"/>
                </a:ext>
              </a:extLst>
            </p:cNvPr>
            <p:cNvGrpSpPr/>
            <p:nvPr/>
          </p:nvGrpSpPr>
          <p:grpSpPr>
            <a:xfrm>
              <a:off x="5455444" y="5400734"/>
              <a:ext cx="1280160" cy="910530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E3FDA5A-311E-3EE3-17EC-7E6BAF79D512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1F6F5E-97E9-6DFC-7B06-97117AD371B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2C882D8-002B-06BE-CB05-162306353661}"/>
              </a:ext>
            </a:extLst>
          </p:cNvPr>
          <p:cNvSpPr txBox="1"/>
          <p:nvPr/>
        </p:nvSpPr>
        <p:spPr>
          <a:xfrm>
            <a:off x="5377815" y="2423657"/>
            <a:ext cx="54909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length, width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area = (length * width)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area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889799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FC864-35CA-1CCF-3FC9-38E60D861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6626E-322C-E1B6-879C-9E18B2857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Check +ve, -ve, zero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833BC-90ED-AD01-C516-98507B8E7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</a:t>
            </a:fld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05D9C1-767F-7F50-C394-B770BFA0FC92}"/>
              </a:ext>
            </a:extLst>
          </p:cNvPr>
          <p:cNvSpPr txBox="1"/>
          <p:nvPr/>
        </p:nvSpPr>
        <p:spPr>
          <a:xfrm>
            <a:off x="5377819" y="1138196"/>
            <a:ext cx="66787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dirty="0"/>
              <a:t>if</a:t>
            </a:r>
            <a:r>
              <a:rPr lang="en-IN" sz="2400" b="1" dirty="0"/>
              <a:t> n &gt; 0 </a:t>
            </a:r>
            <a:r>
              <a:rPr lang="en-US" sz="2400" b="1" dirty="0"/>
              <a:t>➡️ </a:t>
            </a:r>
            <a:r>
              <a:rPr lang="en-US" sz="2400" dirty="0"/>
              <a:t>Print</a:t>
            </a:r>
            <a:r>
              <a:rPr lang="en-US" sz="2400" b="1" dirty="0"/>
              <a:t> “+ve”</a:t>
            </a:r>
            <a:r>
              <a:rPr lang="en-US" sz="2400" dirty="0"/>
              <a:t>,</a:t>
            </a:r>
            <a:r>
              <a:rPr lang="en-US" sz="2400" b="1" dirty="0"/>
              <a:t> </a:t>
            </a:r>
            <a:r>
              <a:rPr lang="en-US" sz="2400" dirty="0"/>
              <a:t>Go to </a:t>
            </a:r>
            <a:r>
              <a:rPr lang="en-US" sz="2400" b="1" i="1" dirty="0"/>
              <a:t>STEP 6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</a:t>
            </a:r>
            <a:r>
              <a:rPr lang="en-IN" sz="2400" b="1" dirty="0"/>
              <a:t> n &lt; 0 </a:t>
            </a:r>
            <a:r>
              <a:rPr lang="en-US" sz="2400" b="1" dirty="0"/>
              <a:t>➡️ </a:t>
            </a:r>
            <a:r>
              <a:rPr lang="en-US" sz="2400" dirty="0"/>
              <a:t>Print</a:t>
            </a:r>
            <a:r>
              <a:rPr lang="en-US" sz="2400" b="1" dirty="0"/>
              <a:t> “-ve”</a:t>
            </a:r>
            <a:r>
              <a:rPr lang="en-US" sz="2400" dirty="0"/>
              <a:t>,</a:t>
            </a:r>
            <a:r>
              <a:rPr lang="en-US" sz="2400" b="1" dirty="0"/>
              <a:t> </a:t>
            </a:r>
            <a:r>
              <a:rPr lang="en-US" sz="2400" dirty="0"/>
              <a:t>Go to </a:t>
            </a:r>
            <a:r>
              <a:rPr lang="en-US" sz="2400" b="1" i="1" dirty="0"/>
              <a:t>STEP 6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“</a:t>
            </a:r>
            <a:r>
              <a:rPr lang="en-IN" sz="2400" b="1" dirty="0"/>
              <a:t>zero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5F5BF68-7D7F-8BE3-A1D0-37E3CBD51886}"/>
              </a:ext>
            </a:extLst>
          </p:cNvPr>
          <p:cNvGrpSpPr/>
          <p:nvPr/>
        </p:nvGrpSpPr>
        <p:grpSpPr>
          <a:xfrm>
            <a:off x="120028" y="1108203"/>
            <a:ext cx="9271189" cy="5630422"/>
            <a:chOff x="46876" y="989331"/>
            <a:chExt cx="9271189" cy="563042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7221EFD-F34B-1118-CE7A-F451ED539299}"/>
                </a:ext>
              </a:extLst>
            </p:cNvPr>
            <p:cNvGrpSpPr/>
            <p:nvPr/>
          </p:nvGrpSpPr>
          <p:grpSpPr>
            <a:xfrm>
              <a:off x="1575904" y="98933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C5F3EF4-85B6-579D-57EE-1A0A4FB7B936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BB3B84-1A9A-1E09-BBFF-BC160EB4C909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DB9DD03-BE9F-0EE9-2DC4-73A4FE9ABF97}"/>
                </a:ext>
              </a:extLst>
            </p:cNvPr>
            <p:cNvGrpSpPr/>
            <p:nvPr/>
          </p:nvGrpSpPr>
          <p:grpSpPr>
            <a:xfrm>
              <a:off x="1323257" y="232427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9F0E65A9-38F2-21DB-3140-917B43E5858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03ECAC-9B34-1C5F-B714-65B1F8F943EF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21C503C-F2F7-EEB7-8503-E07327BF31AC}"/>
                </a:ext>
              </a:extLst>
            </p:cNvPr>
            <p:cNvGrpSpPr/>
            <p:nvPr/>
          </p:nvGrpSpPr>
          <p:grpSpPr>
            <a:xfrm>
              <a:off x="46876" y="4992921"/>
              <a:ext cx="1842135" cy="655236"/>
              <a:chOff x="2657950" y="2270879"/>
              <a:chExt cx="1764030" cy="662940"/>
            </a:xfrm>
          </p:grpSpPr>
          <p:sp>
            <p:nvSpPr>
              <p:cNvPr id="19" name="Parallelogram 18">
                <a:extLst>
                  <a:ext uri="{FF2B5EF4-FFF2-40B4-BE49-F238E27FC236}">
                    <a16:creationId xmlns:a16="http://schemas.microsoft.com/office/drawing/2014/main" id="{C824A4A2-B1A6-4656-C8CE-3FDDA807CB52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832001B-D4C0-6250-FF96-AA8D6B088BB8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+ve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C81BB1C-4DBE-0723-9E7E-55CBB81D67AB}"/>
                </a:ext>
              </a:extLst>
            </p:cNvPr>
            <p:cNvCxnSpPr>
              <a:cxnSpLocks/>
            </p:cNvCxnSpPr>
            <p:nvPr/>
          </p:nvCxnSpPr>
          <p:spPr>
            <a:xfrm>
              <a:off x="2244325" y="188928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63C572E-1844-1E6C-2923-270D12BC7473}"/>
                </a:ext>
              </a:extLst>
            </p:cNvPr>
            <p:cNvCxnSpPr>
              <a:cxnSpLocks/>
            </p:cNvCxnSpPr>
            <p:nvPr/>
          </p:nvCxnSpPr>
          <p:spPr>
            <a:xfrm>
              <a:off x="2244323" y="297951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7BC82C9-CB12-D86B-E8E6-78C78FA6BDFC}"/>
                </a:ext>
              </a:extLst>
            </p:cNvPr>
            <p:cNvCxnSpPr>
              <a:cxnSpLocks/>
            </p:cNvCxnSpPr>
            <p:nvPr/>
          </p:nvCxnSpPr>
          <p:spPr>
            <a:xfrm>
              <a:off x="522662" y="4087263"/>
              <a:ext cx="0" cy="9104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D08B4B5-7115-5640-C90C-B3F15FC501FE}"/>
                </a:ext>
              </a:extLst>
            </p:cNvPr>
            <p:cNvGrpSpPr/>
            <p:nvPr/>
          </p:nvGrpSpPr>
          <p:grpSpPr>
            <a:xfrm>
              <a:off x="7731662" y="5719804"/>
              <a:ext cx="1336841" cy="899949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D59F877-9E22-FDD4-D304-6FB1000D8BED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1CD8D2-2E84-1987-CCDC-99AD77A93474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03A4DBC-1D5B-0C19-0176-DCA0723A4615}"/>
                </a:ext>
              </a:extLst>
            </p:cNvPr>
            <p:cNvGrpSpPr/>
            <p:nvPr/>
          </p:nvGrpSpPr>
          <p:grpSpPr>
            <a:xfrm>
              <a:off x="1433743" y="3420533"/>
              <a:ext cx="1621159" cy="1333461"/>
              <a:chOff x="1433743" y="3420533"/>
              <a:chExt cx="1621159" cy="1333461"/>
            </a:xfrm>
          </p:grpSpPr>
          <p:sp>
            <p:nvSpPr>
              <p:cNvPr id="10" name="Diamond 9">
                <a:extLst>
                  <a:ext uri="{FF2B5EF4-FFF2-40B4-BE49-F238E27FC236}">
                    <a16:creationId xmlns:a16="http://schemas.microsoft.com/office/drawing/2014/main" id="{D51E3C3C-4340-90B0-767D-446CC03276FE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D61567-C68B-E0AB-764B-93D24801FC60}"/>
                  </a:ext>
                </a:extLst>
              </p:cNvPr>
              <p:cNvSpPr txBox="1"/>
              <p:nvPr/>
            </p:nvSpPr>
            <p:spPr>
              <a:xfrm>
                <a:off x="1776088" y="3874237"/>
                <a:ext cx="9364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 &gt; 0</a:t>
                </a:r>
                <a:endParaRPr lang="en-IN" sz="1600" b="1" dirty="0"/>
              </a:p>
            </p:txBody>
          </p: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119608-9D5A-C559-A29B-071E138BABFA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3054902" y="4087263"/>
              <a:ext cx="890565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64CA0F8-9E59-B977-C4F5-BDF8CB0552BE}"/>
                </a:ext>
              </a:extLst>
            </p:cNvPr>
            <p:cNvCxnSpPr/>
            <p:nvPr/>
          </p:nvCxnSpPr>
          <p:spPr>
            <a:xfrm flipV="1">
              <a:off x="522662" y="4087263"/>
              <a:ext cx="890565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0025608-0B5F-1E42-8D00-6BDC70240FD5}"/>
                </a:ext>
              </a:extLst>
            </p:cNvPr>
            <p:cNvSpPr txBox="1"/>
            <p:nvPr/>
          </p:nvSpPr>
          <p:spPr>
            <a:xfrm>
              <a:off x="412674" y="3722916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A0934AE-FBCD-FE65-AEDE-34B2FD56BD88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967944" y="5648157"/>
              <a:ext cx="0" cy="5216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41BA0901-1FF2-F508-E107-455A395EE496}"/>
                </a:ext>
              </a:extLst>
            </p:cNvPr>
            <p:cNvCxnSpPr>
              <a:endCxn id="32" idx="2"/>
            </p:cNvCxnSpPr>
            <p:nvPr/>
          </p:nvCxnSpPr>
          <p:spPr>
            <a:xfrm>
              <a:off x="954294" y="6169778"/>
              <a:ext cx="67773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422A24E8-C3DE-9CE6-A85E-BDF50EDC4EF8}"/>
                </a:ext>
              </a:extLst>
            </p:cNvPr>
            <p:cNvGrpSpPr/>
            <p:nvPr/>
          </p:nvGrpSpPr>
          <p:grpSpPr>
            <a:xfrm>
              <a:off x="3945466" y="3610973"/>
              <a:ext cx="1395890" cy="952578"/>
              <a:chOff x="1433743" y="3420533"/>
              <a:chExt cx="1621159" cy="1333461"/>
            </a:xfrm>
          </p:grpSpPr>
          <p:sp>
            <p:nvSpPr>
              <p:cNvPr id="54" name="Diamond 53">
                <a:extLst>
                  <a:ext uri="{FF2B5EF4-FFF2-40B4-BE49-F238E27FC236}">
                    <a16:creationId xmlns:a16="http://schemas.microsoft.com/office/drawing/2014/main" id="{CCEBF9FC-5E8C-700C-C4B2-6DDC2B8F70D8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0BA2B0-9EC8-AD3E-C16C-B38B044CEE1F}"/>
                  </a:ext>
                </a:extLst>
              </p:cNvPr>
              <p:cNvSpPr txBox="1"/>
              <p:nvPr/>
            </p:nvSpPr>
            <p:spPr>
              <a:xfrm>
                <a:off x="1776088" y="3874237"/>
                <a:ext cx="936467" cy="4739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 &lt; 0</a:t>
                </a:r>
                <a:endParaRPr lang="en-IN" sz="1600" b="1" dirty="0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DD4FC62-7093-9036-59B3-95981E61A9BC}"/>
                </a:ext>
              </a:extLst>
            </p:cNvPr>
            <p:cNvGrpSpPr/>
            <p:nvPr/>
          </p:nvGrpSpPr>
          <p:grpSpPr>
            <a:xfrm>
              <a:off x="7475930" y="3763342"/>
              <a:ext cx="1842135" cy="655236"/>
              <a:chOff x="2657950" y="2270879"/>
              <a:chExt cx="1764030" cy="66294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3511B81D-6AFB-F5CC-03B6-5ABA683FF14E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DF82295-112F-AFD6-8102-7BF8429D36BE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-ve</a:t>
                </a:r>
                <a:r>
                  <a:rPr lang="en-IN" sz="1600" dirty="0"/>
                  <a:t>”</a:t>
                </a: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35ADE40E-F4B7-C6A4-5A8D-0721C2183F67}"/>
                </a:ext>
              </a:extLst>
            </p:cNvPr>
            <p:cNvCxnSpPr>
              <a:stCxn id="54" idx="3"/>
              <a:endCxn id="57" idx="5"/>
            </p:cNvCxnSpPr>
            <p:nvPr/>
          </p:nvCxnSpPr>
          <p:spPr>
            <a:xfrm>
              <a:off x="5341356" y="4087262"/>
              <a:ext cx="2216479" cy="36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E87F2E0A-D2E3-4614-F7CB-CFF83A9B6EEF}"/>
                </a:ext>
              </a:extLst>
            </p:cNvPr>
            <p:cNvCxnSpPr>
              <a:cxnSpLocks/>
              <a:stCxn id="57" idx="4"/>
              <a:endCxn id="32" idx="0"/>
            </p:cNvCxnSpPr>
            <p:nvPr/>
          </p:nvCxnSpPr>
          <p:spPr>
            <a:xfrm>
              <a:off x="8396998" y="4418578"/>
              <a:ext cx="3085" cy="13012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F09A158-2F39-9849-823E-6ED37CF0E16B}"/>
                </a:ext>
              </a:extLst>
            </p:cNvPr>
            <p:cNvCxnSpPr>
              <a:cxnSpLocks/>
              <a:stCxn id="54" idx="2"/>
            </p:cNvCxnSpPr>
            <p:nvPr/>
          </p:nvCxnSpPr>
          <p:spPr>
            <a:xfrm>
              <a:off x="4643411" y="4563551"/>
              <a:ext cx="0" cy="44686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2344A131-0598-6410-ACD8-50E745A66545}"/>
                </a:ext>
              </a:extLst>
            </p:cNvPr>
            <p:cNvGrpSpPr/>
            <p:nvPr/>
          </p:nvGrpSpPr>
          <p:grpSpPr>
            <a:xfrm>
              <a:off x="5670250" y="4734932"/>
              <a:ext cx="1601171" cy="505123"/>
              <a:chOff x="2657950" y="2270879"/>
              <a:chExt cx="1764030" cy="662940"/>
            </a:xfrm>
          </p:grpSpPr>
          <p:sp>
            <p:nvSpPr>
              <p:cNvPr id="70" name="Parallelogram 69">
                <a:extLst>
                  <a:ext uri="{FF2B5EF4-FFF2-40B4-BE49-F238E27FC236}">
                    <a16:creationId xmlns:a16="http://schemas.microsoft.com/office/drawing/2014/main" id="{082AE6FE-8AD3-F6BA-70A1-2354F406B2A5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9F80941-26BA-C0E6-821D-504936017E08}"/>
                  </a:ext>
                </a:extLst>
              </p:cNvPr>
              <p:cNvSpPr txBox="1"/>
              <p:nvPr/>
            </p:nvSpPr>
            <p:spPr>
              <a:xfrm>
                <a:off x="2762881" y="2431082"/>
                <a:ext cx="1528027" cy="444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zero</a:t>
                </a:r>
                <a:r>
                  <a:rPr lang="en-IN" sz="1600" dirty="0"/>
                  <a:t>”</a:t>
                </a: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F995AD8-DCA2-C155-E835-89E41D75D5CB}"/>
                </a:ext>
              </a:extLst>
            </p:cNvPr>
            <p:cNvSpPr txBox="1"/>
            <p:nvPr/>
          </p:nvSpPr>
          <p:spPr>
            <a:xfrm>
              <a:off x="5645681" y="3780749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D779A46-89F4-54DB-A030-AF5B065E96BB}"/>
                </a:ext>
              </a:extLst>
            </p:cNvPr>
            <p:cNvSpPr txBox="1"/>
            <p:nvPr/>
          </p:nvSpPr>
          <p:spPr>
            <a:xfrm>
              <a:off x="4691381" y="4646836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AD19711-AC4E-B0E1-03DD-879F24A7753B}"/>
                </a:ext>
              </a:extLst>
            </p:cNvPr>
            <p:cNvCxnSpPr>
              <a:endCxn id="70" idx="5"/>
            </p:cNvCxnSpPr>
            <p:nvPr/>
          </p:nvCxnSpPr>
          <p:spPr>
            <a:xfrm flipV="1">
              <a:off x="4643410" y="4987494"/>
              <a:ext cx="1089980" cy="229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8195165-93DC-A364-8B11-AF754B86D34C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7208281" y="4987493"/>
              <a:ext cx="118871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687148D-C566-3798-8B40-2E647A9CD786}"/>
                </a:ext>
              </a:extLst>
            </p:cNvPr>
            <p:cNvSpPr txBox="1"/>
            <p:nvPr/>
          </p:nvSpPr>
          <p:spPr>
            <a:xfrm>
              <a:off x="3080504" y="3704960"/>
              <a:ext cx="9543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97851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82579-6B9E-1FE8-C08D-C040E36DC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4E5EE-2443-8BE5-7525-8A67041D4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counting from 1 to 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2E426-4779-F01C-456E-8E695F6CD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</a:t>
            </a:fld>
            <a:endParaRPr lang="en-IN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3AC892C-211B-E7E3-78B6-8487F20BF088}"/>
              </a:ext>
            </a:extLst>
          </p:cNvPr>
          <p:cNvGrpSpPr/>
          <p:nvPr/>
        </p:nvGrpSpPr>
        <p:grpSpPr>
          <a:xfrm>
            <a:off x="183836" y="852171"/>
            <a:ext cx="7517229" cy="5827421"/>
            <a:chOff x="494732" y="852171"/>
            <a:chExt cx="7517229" cy="582742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C6222D0-37FF-7A1D-AAE7-2C47D2E33183}"/>
                </a:ext>
              </a:extLst>
            </p:cNvPr>
            <p:cNvGrpSpPr/>
            <p:nvPr/>
          </p:nvGrpSpPr>
          <p:grpSpPr>
            <a:xfrm>
              <a:off x="3605872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908C3CDB-78AA-FCCA-4524-CC083B2DC101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C2F640-6BB3-72FA-D224-EB82DD26DBF3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AF61B4-71AB-D586-88FC-FE43AD718328}"/>
                </a:ext>
              </a:extLst>
            </p:cNvPr>
            <p:cNvGrpSpPr/>
            <p:nvPr/>
          </p:nvGrpSpPr>
          <p:grpSpPr>
            <a:xfrm>
              <a:off x="3353225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C170FA0F-5CC6-D023-0C15-866FCD69816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7D31EF-FA7D-DA89-CFFA-919A729F0FA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601A949-A7B1-659C-CF44-4D2941FBFF39}"/>
                </a:ext>
              </a:extLst>
            </p:cNvPr>
            <p:cNvCxnSpPr>
              <a:cxnSpLocks/>
            </p:cNvCxnSpPr>
            <p:nvPr/>
          </p:nvCxnSpPr>
          <p:spPr>
            <a:xfrm>
              <a:off x="4274293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6A082D2-1E85-EAE5-2356-0FE51383FB04}"/>
                </a:ext>
              </a:extLst>
            </p:cNvPr>
            <p:cNvCxnSpPr>
              <a:cxnSpLocks/>
            </p:cNvCxnSpPr>
            <p:nvPr/>
          </p:nvCxnSpPr>
          <p:spPr>
            <a:xfrm>
              <a:off x="4274291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DA23359-60E1-327C-093B-96BA55BFBD20}"/>
                </a:ext>
              </a:extLst>
            </p:cNvPr>
            <p:cNvGrpSpPr/>
            <p:nvPr/>
          </p:nvGrpSpPr>
          <p:grpSpPr>
            <a:xfrm>
              <a:off x="3466759" y="4383900"/>
              <a:ext cx="1621159" cy="1333461"/>
              <a:chOff x="1433743" y="3420533"/>
              <a:chExt cx="1621159" cy="1333461"/>
            </a:xfrm>
          </p:grpSpPr>
          <p:sp>
            <p:nvSpPr>
              <p:cNvPr id="10" name="Diamond 9">
                <a:extLst>
                  <a:ext uri="{FF2B5EF4-FFF2-40B4-BE49-F238E27FC236}">
                    <a16:creationId xmlns:a16="http://schemas.microsoft.com/office/drawing/2014/main" id="{40E06967-1B4C-CE9C-A6F7-2B715D06DFAF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5E1BB3-1652-9576-3F9E-4CB6FEFC518C}"/>
                  </a:ext>
                </a:extLst>
              </p:cNvPr>
              <p:cNvSpPr txBox="1"/>
              <p:nvPr/>
            </p:nvSpPr>
            <p:spPr>
              <a:xfrm>
                <a:off x="1773023" y="3917986"/>
                <a:ext cx="9364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B83B4546-8ADC-D36B-BE67-150ED0B370B4}"/>
                </a:ext>
              </a:extLst>
            </p:cNvPr>
            <p:cNvGrpSpPr/>
            <p:nvPr/>
          </p:nvGrpSpPr>
          <p:grpSpPr>
            <a:xfrm>
              <a:off x="3353206" y="3291840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3CEA88-E263-BD2D-A0C2-639EF1A6959D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40AAE9-8907-AD6A-13D8-260901BF6280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1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C3F401C-1440-0953-A225-47CA658F42C2}"/>
                </a:ext>
              </a:extLst>
            </p:cNvPr>
            <p:cNvCxnSpPr>
              <a:cxnSpLocks/>
            </p:cNvCxnSpPr>
            <p:nvPr/>
          </p:nvCxnSpPr>
          <p:spPr>
            <a:xfrm>
              <a:off x="4261142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2268E12-883D-0DF0-4990-F29A247A06CF}"/>
                </a:ext>
              </a:extLst>
            </p:cNvPr>
            <p:cNvGrpSpPr/>
            <p:nvPr/>
          </p:nvGrpSpPr>
          <p:grpSpPr>
            <a:xfrm>
              <a:off x="6675120" y="4600654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8ABCC22-E37E-8760-56B9-729F44006F09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81EAD6-15DE-2AFE-7A8E-25368F5DE1BA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68D2C65-DFBA-C7C1-CE34-3B9867AE9657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5087918" y="5050629"/>
              <a:ext cx="1587202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ACD0064-AD48-EB96-B368-948FBADEC89D}"/>
                </a:ext>
              </a:extLst>
            </p:cNvPr>
            <p:cNvSpPr txBox="1"/>
            <p:nvPr/>
          </p:nvSpPr>
          <p:spPr>
            <a:xfrm>
              <a:off x="5250309" y="471207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A54805D-0AB2-CB4F-44A3-482CFEA3289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1403985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AB204D-C5AD-58A2-5946-1E9E93165CE4}"/>
                </a:ext>
              </a:extLst>
            </p:cNvPr>
            <p:cNvCxnSpPr>
              <a:cxnSpLocks/>
              <a:endCxn id="39" idx="0"/>
            </p:cNvCxnSpPr>
            <p:nvPr/>
          </p:nvCxnSpPr>
          <p:spPr>
            <a:xfrm>
              <a:off x="1415800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87E24681-1FF7-B21A-C88D-6BD79CC9CF68}"/>
                </a:ext>
              </a:extLst>
            </p:cNvPr>
            <p:cNvCxnSpPr>
              <a:cxnSpLocks/>
              <a:stCxn id="39" idx="2"/>
              <a:endCxn id="67" idx="1"/>
            </p:cNvCxnSpPr>
            <p:nvPr/>
          </p:nvCxnSpPr>
          <p:spPr>
            <a:xfrm>
              <a:off x="2254963" y="6351974"/>
              <a:ext cx="10980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955B8D8C-0BFB-68C4-1CC8-9B81C6B2C5CA}"/>
                </a:ext>
              </a:extLst>
            </p:cNvPr>
            <p:cNvCxnSpPr>
              <a:stCxn id="67" idx="0"/>
              <a:endCxn id="10" idx="2"/>
            </p:cNvCxnSpPr>
            <p:nvPr/>
          </p:nvCxnSpPr>
          <p:spPr>
            <a:xfrm flipV="1">
              <a:off x="4274095" y="5717361"/>
              <a:ext cx="3244" cy="3069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68BD102-C643-D0ED-7E52-9A098CB76A32}"/>
                </a:ext>
              </a:extLst>
            </p:cNvPr>
            <p:cNvSpPr txBox="1"/>
            <p:nvPr/>
          </p:nvSpPr>
          <p:spPr>
            <a:xfrm>
              <a:off x="1727122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C075CE3-4640-A731-E6B7-AC6E253E2611}"/>
                </a:ext>
              </a:extLst>
            </p:cNvPr>
            <p:cNvGrpSpPr/>
            <p:nvPr/>
          </p:nvGrpSpPr>
          <p:grpSpPr>
            <a:xfrm>
              <a:off x="494732" y="6024356"/>
              <a:ext cx="1842135" cy="655236"/>
              <a:chOff x="2657950" y="2270879"/>
              <a:chExt cx="1764030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FD8A2F30-1420-4F70-D54C-5B343D9D6799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60F429C-A88C-0770-6B45-7E959B1D111A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i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CC0F8A8-5D03-32E1-FE48-D2576E183F17}"/>
                </a:ext>
              </a:extLst>
            </p:cNvPr>
            <p:cNvGrpSpPr/>
            <p:nvPr/>
          </p:nvGrpSpPr>
          <p:grpSpPr>
            <a:xfrm>
              <a:off x="3353027" y="6024356"/>
              <a:ext cx="1842135" cy="655236"/>
              <a:chOff x="1323238" y="3429000"/>
              <a:chExt cx="1842135" cy="655236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714F9E39-4CAB-69BA-4C8E-CA0A98E80385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C86F200-5662-3C99-CE23-CB4916CD8CF9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 = i + 1</a:t>
                </a:r>
                <a:endParaRPr lang="en-IN" sz="1600" b="1" dirty="0"/>
              </a:p>
            </p:txBody>
          </p:sp>
        </p:grp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393A9277-D68C-38AA-2F5F-C8BF67A075BE}"/>
              </a:ext>
            </a:extLst>
          </p:cNvPr>
          <p:cNvSpPr txBox="1"/>
          <p:nvPr/>
        </p:nvSpPr>
        <p:spPr>
          <a:xfrm>
            <a:off x="5377819" y="1138196"/>
            <a:ext cx="667871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i = 1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 </a:t>
            </a:r>
            <a:r>
              <a:rPr lang="en-IN" sz="2400" b="1" dirty="0"/>
              <a:t>i &gt; n,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</a:t>
            </a:r>
            <a:r>
              <a:rPr lang="en-IN" sz="2400" b="1" dirty="0"/>
              <a:t>i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b="1" dirty="0"/>
              <a:t>i = i + 1, </a:t>
            </a:r>
            <a:r>
              <a:rPr lang="en-US" sz="2400" dirty="0"/>
              <a:t>➡️</a:t>
            </a:r>
            <a:r>
              <a:rPr lang="en-IN" sz="2400" b="1" dirty="0"/>
              <a:t> </a:t>
            </a:r>
            <a:r>
              <a:rPr lang="en-IN" sz="2400" dirty="0"/>
              <a:t>Go to </a:t>
            </a:r>
            <a:r>
              <a:rPr lang="en-IN" sz="2400" b="1" i="1" dirty="0"/>
              <a:t>STEP 4</a:t>
            </a:r>
            <a:endParaRPr lang="en-IN" sz="2400" b="1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End</a:t>
            </a:r>
            <a:endParaRPr lang="en-IN" sz="2400" b="1" i="1" dirty="0"/>
          </a:p>
        </p:txBody>
      </p:sp>
    </p:spTree>
    <p:extLst>
      <p:ext uri="{BB962C8B-B14F-4D97-AF65-F5344CB8AC3E}">
        <p14:creationId xmlns:p14="http://schemas.microsoft.com/office/powerpoint/2010/main" val="3292944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F350-9DBD-5439-D816-64FE64E8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4043A-A590-8A72-2B6A-8306A2957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even number from 1 to 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EC97D3-4492-09A4-7269-8C29CD2BA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19</a:t>
            </a:fld>
            <a:endParaRPr lang="en-IN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0AFF8F5-144F-F661-7E12-AC156BC029FC}"/>
              </a:ext>
            </a:extLst>
          </p:cNvPr>
          <p:cNvGrpSpPr/>
          <p:nvPr/>
        </p:nvGrpSpPr>
        <p:grpSpPr>
          <a:xfrm>
            <a:off x="183836" y="852171"/>
            <a:ext cx="7517229" cy="5827421"/>
            <a:chOff x="183836" y="852171"/>
            <a:chExt cx="7517229" cy="582742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602E7D4-19F2-7164-A641-1E4722274F38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7F0BC09A-FDD8-DD9B-95DE-7517D34A417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744FA0-D91F-4ADB-0AB6-B86C503D7D57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A78D31E-538E-3DA3-296B-BAFBDF3F01A8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75DAE993-7476-2A26-172F-4C25F2D7F557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FB7AE6-F557-1B74-41ED-54FD79CCE75B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9722C47-D6CF-0D6E-D905-59ED0D9C1E38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346E05C-2D9C-13C9-093C-5948A85468C5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4985671-EFBF-9F4C-F0F9-53BA9FF83171}"/>
                </a:ext>
              </a:extLst>
            </p:cNvPr>
            <p:cNvGrpSpPr/>
            <p:nvPr/>
          </p:nvGrpSpPr>
          <p:grpSpPr>
            <a:xfrm>
              <a:off x="3155863" y="4383900"/>
              <a:ext cx="1621159" cy="1333461"/>
              <a:chOff x="1433743" y="3420533"/>
              <a:chExt cx="1621159" cy="1333461"/>
            </a:xfrm>
          </p:grpSpPr>
          <p:sp>
            <p:nvSpPr>
              <p:cNvPr id="10" name="Diamond 9">
                <a:extLst>
                  <a:ext uri="{FF2B5EF4-FFF2-40B4-BE49-F238E27FC236}">
                    <a16:creationId xmlns:a16="http://schemas.microsoft.com/office/drawing/2014/main" id="{26177EAB-7AF4-6CBD-B7BD-17C052160171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1B6714-2699-D4F4-877C-129A7F05F66F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83207197-0EEB-345C-B07C-55DD856BD79D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AF88495-AD0B-D091-E3FD-829A69CFDD48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848046-84A9-E245-827B-21167CE14AD8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2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31CF784-2156-ECE8-DBF6-CABAB797E1EA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782CD31-A187-97CA-4261-BC53B9BAD753}"/>
                </a:ext>
              </a:extLst>
            </p:cNvPr>
            <p:cNvGrpSpPr/>
            <p:nvPr/>
          </p:nvGrpSpPr>
          <p:grpSpPr>
            <a:xfrm>
              <a:off x="6364224" y="4600654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6972405-66D9-3E17-4310-BB2439764D91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418A5B-45F3-268F-998E-DD5533CA022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558BBC1-9F51-A750-51F2-FF1744A57A5B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4777022" y="5050629"/>
              <a:ext cx="1587202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0119A5C-B28A-23B7-74CD-3BFB37EAEB26}"/>
                </a:ext>
              </a:extLst>
            </p:cNvPr>
            <p:cNvSpPr txBox="1"/>
            <p:nvPr/>
          </p:nvSpPr>
          <p:spPr>
            <a:xfrm>
              <a:off x="4939413" y="471207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7C8093B-939A-8E26-C58B-A138F865E332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1093089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72395F8-57B6-5E1E-CAC6-29CE0F657B81}"/>
                </a:ext>
              </a:extLst>
            </p:cNvPr>
            <p:cNvCxnSpPr>
              <a:cxnSpLocks/>
              <a:endCxn id="39" idx="0"/>
            </p:cNvCxnSpPr>
            <p:nvPr/>
          </p:nvCxnSpPr>
          <p:spPr>
            <a:xfrm>
              <a:off x="1104904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F0A364A7-58FF-7F1C-69BA-FEA08E1DD6A7}"/>
                </a:ext>
              </a:extLst>
            </p:cNvPr>
            <p:cNvCxnSpPr>
              <a:cxnSpLocks/>
              <a:stCxn id="39" idx="2"/>
              <a:endCxn id="67" idx="1"/>
            </p:cNvCxnSpPr>
            <p:nvPr/>
          </p:nvCxnSpPr>
          <p:spPr>
            <a:xfrm>
              <a:off x="1944067" y="6351974"/>
              <a:ext cx="10980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FC83F7E2-978B-4B1D-F6CA-D5E52FD8070F}"/>
                </a:ext>
              </a:extLst>
            </p:cNvPr>
            <p:cNvCxnSpPr>
              <a:stCxn id="67" idx="0"/>
              <a:endCxn id="10" idx="2"/>
            </p:cNvCxnSpPr>
            <p:nvPr/>
          </p:nvCxnSpPr>
          <p:spPr>
            <a:xfrm flipV="1">
              <a:off x="3963199" y="5717361"/>
              <a:ext cx="3244" cy="3069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2A8B55C-0FEA-7749-B94B-5BDF0C25BEF4}"/>
                </a:ext>
              </a:extLst>
            </p:cNvPr>
            <p:cNvSpPr txBox="1"/>
            <p:nvPr/>
          </p:nvSpPr>
          <p:spPr>
            <a:xfrm>
              <a:off x="1416226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5DE48FC-324D-9109-889C-6DA18A5FC6FD}"/>
                </a:ext>
              </a:extLst>
            </p:cNvPr>
            <p:cNvGrpSpPr/>
            <p:nvPr/>
          </p:nvGrpSpPr>
          <p:grpSpPr>
            <a:xfrm>
              <a:off x="183836" y="6024356"/>
              <a:ext cx="1842135" cy="655236"/>
              <a:chOff x="2657950" y="2270879"/>
              <a:chExt cx="1764030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FBC30CBC-C6F5-6ED9-D4FE-807C8B6F688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AD10A6F-C4A4-7D04-23B5-F081D428CA6D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i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8E7972A-DC3D-657E-B6FF-D191AC085490}"/>
                </a:ext>
              </a:extLst>
            </p:cNvPr>
            <p:cNvGrpSpPr/>
            <p:nvPr/>
          </p:nvGrpSpPr>
          <p:grpSpPr>
            <a:xfrm>
              <a:off x="3042131" y="6024356"/>
              <a:ext cx="1842135" cy="655236"/>
              <a:chOff x="1323238" y="3429000"/>
              <a:chExt cx="1842135" cy="655236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B710F5DA-4615-1AE9-A608-2F4551A72994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EE907B8-B580-7944-E0B7-439EFBA5BF31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 = i + 2</a:t>
                </a:r>
                <a:endParaRPr lang="en-IN" sz="1600" b="1" dirty="0"/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F2BBBEB-5B1C-905A-C702-8C4CA94AB8E4}"/>
              </a:ext>
            </a:extLst>
          </p:cNvPr>
          <p:cNvSpPr txBox="1"/>
          <p:nvPr/>
        </p:nvSpPr>
        <p:spPr>
          <a:xfrm>
            <a:off x="5377819" y="1138196"/>
            <a:ext cx="667871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IN" sz="2400" b="1" dirty="0"/>
              <a:t>i = 2</a:t>
            </a:r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 </a:t>
            </a:r>
            <a:r>
              <a:rPr lang="en-IN" sz="2400" b="1" dirty="0"/>
              <a:t>i &gt; n,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</a:t>
            </a:r>
            <a:r>
              <a:rPr lang="en-IN" sz="2400" b="1" dirty="0"/>
              <a:t>i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b="1" dirty="0"/>
              <a:t>i = i + 2, </a:t>
            </a:r>
            <a:r>
              <a:rPr lang="en-US" sz="2400" dirty="0"/>
              <a:t>➡️</a:t>
            </a:r>
            <a:r>
              <a:rPr lang="en-IN" sz="2400" b="1" dirty="0"/>
              <a:t> </a:t>
            </a:r>
            <a:r>
              <a:rPr lang="en-IN" sz="2400" dirty="0"/>
              <a:t>Go to </a:t>
            </a:r>
            <a:r>
              <a:rPr lang="en-IN" sz="2400" b="1" i="1" dirty="0"/>
              <a:t>STEP 4</a:t>
            </a:r>
            <a:endParaRPr lang="en-IN" sz="2400" b="1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End</a:t>
            </a:r>
            <a:endParaRPr lang="en-IN" sz="2400" b="1" i="1" dirty="0"/>
          </a:p>
        </p:txBody>
      </p:sp>
    </p:spTree>
    <p:extLst>
      <p:ext uri="{BB962C8B-B14F-4D97-AF65-F5344CB8AC3E}">
        <p14:creationId xmlns:p14="http://schemas.microsoft.com/office/powerpoint/2010/main" val="399002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9FD94-5AA3-97A4-C917-381532EE5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D4BE1-F77D-5708-E67F-BA77AEFFE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Take 2 input, multiply them &amp; print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ADCD6-63FF-E513-96EA-E9E7BA6E5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20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72E23D-3DAB-E70A-1BC1-BA50A99F580A}"/>
              </a:ext>
            </a:extLst>
          </p:cNvPr>
          <p:cNvSpPr txBox="1"/>
          <p:nvPr/>
        </p:nvSpPr>
        <p:spPr>
          <a:xfrm>
            <a:off x="5377819" y="1138196"/>
            <a:ext cx="66787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a, b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multiply = (a * b)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multiply”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327847F-EA58-A644-73DE-FA0E0AC4625C}"/>
              </a:ext>
            </a:extLst>
          </p:cNvPr>
          <p:cNvGrpSpPr/>
          <p:nvPr/>
        </p:nvGrpSpPr>
        <p:grpSpPr>
          <a:xfrm>
            <a:off x="3029177" y="852171"/>
            <a:ext cx="1855287" cy="5536186"/>
            <a:chOff x="3029177" y="852171"/>
            <a:chExt cx="1855287" cy="553618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62ABE5E-DCC6-2908-244A-7878070D9372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C6971BF-04C6-D578-642F-8BA06B333B78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158794-FE8A-5D65-26F0-38A5B3B07D2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A126FEA-F721-80A3-03EE-FB77906D3C97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9791301E-8E49-27FB-0B48-5C4DB19A673E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D3B5E9-C0B0-8BEB-F4B6-53A4981D7D92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a, b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59300D-379E-F7BA-A195-4244A8A080B6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DC5F8B9-1168-51B3-B50E-8D2FB0582669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6C9C6D58-6263-3BED-81CF-32B3E61CF43A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19C99D8-E71F-0334-8E8F-9E5AC1A3E614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9965FC-7E2B-2CCF-4EB5-F81402089D75}"/>
                  </a:ext>
                </a:extLst>
              </p:cNvPr>
              <p:cNvSpPr txBox="1"/>
              <p:nvPr/>
            </p:nvSpPr>
            <p:spPr>
              <a:xfrm>
                <a:off x="1336333" y="3587341"/>
                <a:ext cx="178968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multiply = (a * b)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C4BAA41-33CF-51E3-79C5-F226D2C9A216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BC3FEE8-61AE-E848-3134-D35176F29A60}"/>
                </a:ext>
              </a:extLst>
            </p:cNvPr>
            <p:cNvGrpSpPr/>
            <p:nvPr/>
          </p:nvGrpSpPr>
          <p:grpSpPr>
            <a:xfrm>
              <a:off x="3281823" y="5488408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517D9F4-AB8D-C43D-3ABC-42D8EC2E5845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87FC12-6A50-7425-FD78-C2212D46BBAA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51393CC9-144C-3BC6-9566-D2F7A97D7096}"/>
                </a:ext>
              </a:extLst>
            </p:cNvPr>
            <p:cNvGrpSpPr/>
            <p:nvPr/>
          </p:nvGrpSpPr>
          <p:grpSpPr>
            <a:xfrm>
              <a:off x="3029177" y="4389218"/>
              <a:ext cx="1842135" cy="655236"/>
              <a:chOff x="2657950" y="2270879"/>
              <a:chExt cx="1764030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ECF8B40F-498B-DE24-F5C6-08B3D9967089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DA30D04-D022-2DB7-6CAB-D9004BF7648F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“multiply”</a:t>
                </a:r>
              </a:p>
            </p:txBody>
          </p: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FFD67E7-F370-F580-10BA-E3132B512B41}"/>
                </a:ext>
              </a:extLst>
            </p:cNvPr>
            <p:cNvCxnSpPr>
              <a:cxnSpLocks/>
            </p:cNvCxnSpPr>
            <p:nvPr/>
          </p:nvCxnSpPr>
          <p:spPr>
            <a:xfrm>
              <a:off x="3951223" y="505045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4436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656C-A633-83EB-7DE3-4F55E8131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42A6B-0C17-3D1E-883F-D9EB74E00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Find &amp; print Simple Interest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76BDB-AD56-D7C6-D44D-CCCE0E62A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21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BCDFB5-328D-71A3-DD4D-27D51A58F636}"/>
              </a:ext>
            </a:extLst>
          </p:cNvPr>
          <p:cNvSpPr txBox="1"/>
          <p:nvPr/>
        </p:nvSpPr>
        <p:spPr>
          <a:xfrm>
            <a:off x="5377819" y="1138196"/>
            <a:ext cx="66787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P, r, t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SI = (p * r * t) / 100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SI”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  <a:p>
            <a:pPr lvl="1"/>
            <a:endParaRPr lang="en-IN" sz="2400" b="1" i="1" dirty="0"/>
          </a:p>
          <a:p>
            <a:pPr lvl="1"/>
            <a:r>
              <a:rPr lang="en-IN" sz="2400" b="1" i="1" dirty="0"/>
              <a:t>P = Principle</a:t>
            </a:r>
          </a:p>
          <a:p>
            <a:pPr lvl="1"/>
            <a:r>
              <a:rPr lang="en-IN" sz="2400" b="1" i="1" dirty="0"/>
              <a:t>r = Rate of Interest</a:t>
            </a:r>
          </a:p>
          <a:p>
            <a:pPr lvl="1"/>
            <a:r>
              <a:rPr lang="en-IN" sz="2400" b="1" i="1" dirty="0"/>
              <a:t>t = Time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39B9199-A40B-5B4F-6807-AF2CD5179386}"/>
              </a:ext>
            </a:extLst>
          </p:cNvPr>
          <p:cNvGrpSpPr/>
          <p:nvPr/>
        </p:nvGrpSpPr>
        <p:grpSpPr>
          <a:xfrm>
            <a:off x="2889611" y="852171"/>
            <a:ext cx="2147531" cy="5536186"/>
            <a:chOff x="2889611" y="852171"/>
            <a:chExt cx="2147531" cy="553618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98576C2-374A-59FA-3F4F-4649B5D37CA8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C20CF02D-21F1-DEE4-5C43-B1C85B7850D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E16605-6E0E-9968-0904-6F9EAAF692E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91663DB-50E5-3084-FF36-A0B63A50D9AC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F1BDC764-D3CA-2211-0B9B-68F057DA9CF1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FC15B87-997B-0808-5A18-37D1E35520A8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P, r, t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EAEA6F3-CB30-C4C2-CA7E-AA6B0F63F9C1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AE749F-7DBA-2534-8CE7-42CAEA28FA5E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06498CA0-1D46-1E60-D498-9C3EC561C878}"/>
                </a:ext>
              </a:extLst>
            </p:cNvPr>
            <p:cNvGrpSpPr/>
            <p:nvPr/>
          </p:nvGrpSpPr>
          <p:grpSpPr>
            <a:xfrm>
              <a:off x="2889611" y="3291840"/>
              <a:ext cx="2147531" cy="655236"/>
              <a:chOff x="1170539" y="3429000"/>
              <a:chExt cx="2147531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A88FD47-0B2E-5A5F-B0B4-E2C51A91B388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030D39-38BD-9FD0-BFB0-534A816DA594}"/>
                  </a:ext>
                </a:extLst>
              </p:cNvPr>
              <p:cNvSpPr txBox="1"/>
              <p:nvPr/>
            </p:nvSpPr>
            <p:spPr>
              <a:xfrm>
                <a:off x="1170539" y="3602729"/>
                <a:ext cx="21475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SI = (P * r * t) / 100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DE2B058-9CF2-9676-DA1E-46E1BFF45D59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62DA452-F745-02CB-71D1-6C121ABB1B95}"/>
                </a:ext>
              </a:extLst>
            </p:cNvPr>
            <p:cNvGrpSpPr/>
            <p:nvPr/>
          </p:nvGrpSpPr>
          <p:grpSpPr>
            <a:xfrm>
              <a:off x="3281823" y="5488408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A8BC1D49-47F7-795A-F9AD-9B2C4BA67356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10CA39-5F9C-A2A0-0EA8-197CC2399792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FB6C933-4850-E876-E474-4FCD3C3072AA}"/>
                </a:ext>
              </a:extLst>
            </p:cNvPr>
            <p:cNvGrpSpPr/>
            <p:nvPr/>
          </p:nvGrpSpPr>
          <p:grpSpPr>
            <a:xfrm>
              <a:off x="3016026" y="4389218"/>
              <a:ext cx="1855287" cy="655236"/>
              <a:chOff x="2645356" y="2270879"/>
              <a:chExt cx="1776624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6BFA2469-2518-009A-38BA-18BAE47333CB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1D098DE-9997-81D7-C291-D0E930B6B8FE}"/>
                  </a:ext>
                </a:extLst>
              </p:cNvPr>
              <p:cNvSpPr txBox="1"/>
              <p:nvPr/>
            </p:nvSpPr>
            <p:spPr>
              <a:xfrm>
                <a:off x="2645356" y="2431082"/>
                <a:ext cx="176403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“SI”</a:t>
                </a:r>
              </a:p>
            </p:txBody>
          </p: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8184A39-792C-7489-BFCD-A96D1812D19A}"/>
                </a:ext>
              </a:extLst>
            </p:cNvPr>
            <p:cNvCxnSpPr>
              <a:cxnSpLocks/>
            </p:cNvCxnSpPr>
            <p:nvPr/>
          </p:nvCxnSpPr>
          <p:spPr>
            <a:xfrm>
              <a:off x="3951223" y="505045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255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C435C-7444-6943-9F43-5BFCD07B0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E3AE6-2C68-8E1D-AB9C-92029A728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Find &amp; print Compound Interest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91D0E1-D60F-1572-1B2B-427E9E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22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07602A-0BCA-42FA-771D-C8B3B356B8CD}"/>
              </a:ext>
            </a:extLst>
          </p:cNvPr>
          <p:cNvSpPr txBox="1"/>
          <p:nvPr/>
        </p:nvSpPr>
        <p:spPr>
          <a:xfrm>
            <a:off x="5377819" y="1138196"/>
            <a:ext cx="66787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A, P, R, T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A = P (1 + (R / 100))^ T ➡️ CI = (A – P)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“</a:t>
            </a:r>
            <a:r>
              <a:rPr lang="en-IN" sz="2400" b="1" dirty="0"/>
              <a:t>CI”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End</a:t>
            </a:r>
          </a:p>
          <a:p>
            <a:pPr lvl="1"/>
            <a:endParaRPr lang="en-IN" sz="2400" b="1" i="1" dirty="0"/>
          </a:p>
          <a:p>
            <a:pPr lvl="1"/>
            <a:r>
              <a:rPr lang="en-IN" sz="2400" b="1" i="1" dirty="0"/>
              <a:t>A = Final Amount (Principal + Interest)</a:t>
            </a:r>
          </a:p>
          <a:p>
            <a:pPr lvl="1"/>
            <a:r>
              <a:rPr lang="en-IN" sz="2400" b="1" i="1" dirty="0"/>
              <a:t>P = Principle (Initial amount)</a:t>
            </a:r>
          </a:p>
          <a:p>
            <a:pPr lvl="1"/>
            <a:r>
              <a:rPr lang="en-IN" sz="2400" b="1" i="1" dirty="0"/>
              <a:t>R = Rate of Interest (per annum, in %)</a:t>
            </a:r>
          </a:p>
          <a:p>
            <a:pPr lvl="1"/>
            <a:r>
              <a:rPr lang="en-IN" sz="2400" b="1" i="1" dirty="0"/>
              <a:t>T = Time (in yrs)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1C6210E-2E5D-E628-9E6D-7C2F8E5AFDFE}"/>
              </a:ext>
            </a:extLst>
          </p:cNvPr>
          <p:cNvGrpSpPr/>
          <p:nvPr/>
        </p:nvGrpSpPr>
        <p:grpSpPr>
          <a:xfrm>
            <a:off x="2857287" y="852171"/>
            <a:ext cx="2147531" cy="5536186"/>
            <a:chOff x="2857287" y="852171"/>
            <a:chExt cx="2147531" cy="553618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F5520328-1F87-8997-03F6-BCE0EFBF9C15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3B403E55-C570-058E-F1EB-87F3ED787CE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83A26B-B238-67DC-1BD9-A48D92333D25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414D5FF-C82D-6DC1-898C-BC91D592212C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" name="Parallelogram 4">
                <a:extLst>
                  <a:ext uri="{FF2B5EF4-FFF2-40B4-BE49-F238E27FC236}">
                    <a16:creationId xmlns:a16="http://schemas.microsoft.com/office/drawing/2014/main" id="{B8D09CA7-B44B-24B9-2B63-4624F156F962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C0FECEE-6EA4-46D8-AB9D-160773979372}"/>
                  </a:ext>
                </a:extLst>
              </p:cNvPr>
              <p:cNvSpPr txBox="1"/>
              <p:nvPr/>
            </p:nvSpPr>
            <p:spPr>
              <a:xfrm>
                <a:off x="2710405" y="2432928"/>
                <a:ext cx="165908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A, P, R, T</a:t>
                </a:r>
              </a:p>
            </p:txBody>
          </p:sp>
        </p:grp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C919FB-12E3-1E71-851D-B143B5CD8C6A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774B47-A602-6D66-C5DC-3ACBBE2538A3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CD78247-7D0B-F72F-C93E-38B0559AFC5D}"/>
                </a:ext>
              </a:extLst>
            </p:cNvPr>
            <p:cNvGrpSpPr/>
            <p:nvPr/>
          </p:nvGrpSpPr>
          <p:grpSpPr>
            <a:xfrm>
              <a:off x="2857287" y="3282696"/>
              <a:ext cx="2147531" cy="664380"/>
              <a:chOff x="1138215" y="3419856"/>
              <a:chExt cx="2147531" cy="66438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07BD087-5FB4-A44C-5638-5EDF7AE4D879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A9F964-ACEE-4E5E-24E4-9B39ABCC8D09}"/>
                  </a:ext>
                </a:extLst>
              </p:cNvPr>
              <p:cNvSpPr txBox="1"/>
              <p:nvPr/>
            </p:nvSpPr>
            <p:spPr>
              <a:xfrm>
                <a:off x="1138215" y="3419856"/>
                <a:ext cx="21475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/>
                  <a:t>A = P (1 + (R / 100))^ T</a:t>
                </a:r>
              </a:p>
              <a:p>
                <a:pPr algn="ctr"/>
                <a:r>
                  <a:rPr lang="en-US" sz="1200" b="1" dirty="0"/>
                  <a:t>⬇️</a:t>
                </a:r>
              </a:p>
              <a:p>
                <a:pPr algn="ctr"/>
                <a:r>
                  <a:rPr lang="en-US" sz="1200" b="1" dirty="0"/>
                  <a:t>CI = (A – P)</a:t>
                </a:r>
                <a:endParaRPr lang="en-IN" sz="12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CE0F76E-E265-B0B9-785E-28B2BE3E1F5C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DD428F4-E79B-C9F3-6651-2C285D88EECE}"/>
                </a:ext>
              </a:extLst>
            </p:cNvPr>
            <p:cNvGrpSpPr/>
            <p:nvPr/>
          </p:nvGrpSpPr>
          <p:grpSpPr>
            <a:xfrm>
              <a:off x="3281823" y="5488408"/>
              <a:ext cx="1336841" cy="899949"/>
              <a:chOff x="2804160" y="830580"/>
              <a:chExt cx="1501140" cy="101346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AA64BB8-263A-A57E-2D73-AE19B3254B4E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BCCE420-F69D-7B70-BDDA-89BA141D749C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A34ABB9-F3F4-BB0C-776D-0DAF1A7E8902}"/>
                </a:ext>
              </a:extLst>
            </p:cNvPr>
            <p:cNvGrpSpPr/>
            <p:nvPr/>
          </p:nvGrpSpPr>
          <p:grpSpPr>
            <a:xfrm>
              <a:off x="3016026" y="4389218"/>
              <a:ext cx="1855287" cy="655236"/>
              <a:chOff x="2645356" y="2270879"/>
              <a:chExt cx="1776624" cy="662940"/>
            </a:xfrm>
          </p:grpSpPr>
          <p:sp>
            <p:nvSpPr>
              <p:cNvPr id="39" name="Parallelogram 38">
                <a:extLst>
                  <a:ext uri="{FF2B5EF4-FFF2-40B4-BE49-F238E27FC236}">
                    <a16:creationId xmlns:a16="http://schemas.microsoft.com/office/drawing/2014/main" id="{9F2767FD-05EE-9D9E-C998-7EA8FABFB4D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CC4EF6-314F-F9DB-BE4D-6FF543346F52}"/>
                  </a:ext>
                </a:extLst>
              </p:cNvPr>
              <p:cNvSpPr txBox="1"/>
              <p:nvPr/>
            </p:nvSpPr>
            <p:spPr>
              <a:xfrm>
                <a:off x="2645356" y="2431082"/>
                <a:ext cx="1764030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“CI”</a:t>
                </a:r>
              </a:p>
            </p:txBody>
          </p: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5FDB030-BD93-3DBA-512D-EBF95E0FE779}"/>
                </a:ext>
              </a:extLst>
            </p:cNvPr>
            <p:cNvCxnSpPr>
              <a:cxnSpLocks/>
            </p:cNvCxnSpPr>
            <p:nvPr/>
          </p:nvCxnSpPr>
          <p:spPr>
            <a:xfrm>
              <a:off x="3951223" y="505045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2926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42761-9F54-B066-EEDE-C3F758E3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4F85E-8527-063B-0E12-B5A5463EC3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counting from </a:t>
            </a:r>
            <a:r>
              <a:rPr lang="en-US" b="1" dirty="0"/>
              <a:t>n</a:t>
            </a:r>
            <a:r>
              <a:rPr lang="en-US" dirty="0"/>
              <a:t> to </a:t>
            </a:r>
            <a:r>
              <a:rPr lang="en-US" b="1" dirty="0"/>
              <a:t>1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9EFEF-6582-A7C1-A5F9-BA1555702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23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829AB1-5C23-AD34-4B2A-A3B206E4F733}"/>
              </a:ext>
            </a:extLst>
          </p:cNvPr>
          <p:cNvSpPr txBox="1"/>
          <p:nvPr/>
        </p:nvSpPr>
        <p:spPr>
          <a:xfrm>
            <a:off x="5870447" y="1138196"/>
            <a:ext cx="61860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i = n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b="1" dirty="0"/>
              <a:t>if i &lt;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“</a:t>
            </a:r>
            <a:r>
              <a:rPr lang="en-IN" sz="2400" b="1" dirty="0"/>
              <a:t>i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6:</a:t>
            </a:r>
            <a:r>
              <a:rPr lang="en-IN" sz="2400" dirty="0"/>
              <a:t> </a:t>
            </a:r>
            <a:r>
              <a:rPr lang="en-IN" sz="2400" b="1" dirty="0"/>
              <a:t>i = i –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4</a:t>
            </a:r>
            <a:endParaRPr lang="en-IN" sz="2400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57F76D-2F0B-6557-07AE-EE7ACCD93A39}"/>
              </a:ext>
            </a:extLst>
          </p:cNvPr>
          <p:cNvGrpSpPr/>
          <p:nvPr/>
        </p:nvGrpSpPr>
        <p:grpSpPr>
          <a:xfrm>
            <a:off x="183836" y="852171"/>
            <a:ext cx="7517229" cy="5827421"/>
            <a:chOff x="183836" y="852171"/>
            <a:chExt cx="7517229" cy="582742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C102D9E-97ED-B3A3-56A5-40FE1D30D75B}"/>
                </a:ext>
              </a:extLst>
            </p:cNvPr>
            <p:cNvGrpSpPr/>
            <p:nvPr/>
          </p:nvGrpSpPr>
          <p:grpSpPr>
            <a:xfrm>
              <a:off x="3294976" y="852171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6938193-973D-61BB-39A7-F3817F3FDCFA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D9CA59E-5F93-1CA4-6B7F-FD68B86B1B8A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081B-BC56-EA3B-3AFA-E11FEE967D70}"/>
                </a:ext>
              </a:extLst>
            </p:cNvPr>
            <p:cNvGrpSpPr/>
            <p:nvPr/>
          </p:nvGrpSpPr>
          <p:grpSpPr>
            <a:xfrm>
              <a:off x="3042329" y="2187119"/>
              <a:ext cx="1842135" cy="655236"/>
              <a:chOff x="2657950" y="2270879"/>
              <a:chExt cx="1764030" cy="662940"/>
            </a:xfrm>
          </p:grpSpPr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8CDDB2E6-221A-0B83-356C-89C6CE58942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57C1CF4-3F27-C99F-9714-21AD9DC4D69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657AC0D-AE54-9088-5B30-770244515A96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7" y="1752120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02EE690-88DA-ABFD-E181-C5E24425C77F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F1BA56C-FA3C-ABEC-C157-4CC7D31DDB79}"/>
                </a:ext>
              </a:extLst>
            </p:cNvPr>
            <p:cNvGrpSpPr/>
            <p:nvPr/>
          </p:nvGrpSpPr>
          <p:grpSpPr>
            <a:xfrm>
              <a:off x="3155863" y="4383900"/>
              <a:ext cx="1621159" cy="1333461"/>
              <a:chOff x="1433743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2FA4284B-87C2-18C8-FA32-E020808979E4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1419F17-A9F2-0A3A-B68C-05B8CFFC8B6A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&lt; 1</a:t>
                </a:r>
                <a:endParaRPr lang="en-IN" sz="1600" b="1" dirty="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BCDE803-6B7D-6B16-B88F-6D646D0FE5C4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E518645-765D-6396-1E59-6A4A8C7126BC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6438450-3356-7214-A139-0285EB37FDD4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n</a:t>
                </a:r>
                <a:endParaRPr lang="en-IN" sz="1600" b="1" dirty="0"/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2DE0A60-78E8-A053-F8D8-F141010C42D1}"/>
                </a:ext>
              </a:extLst>
            </p:cNvPr>
            <p:cNvCxnSpPr>
              <a:cxnSpLocks/>
            </p:cNvCxnSpPr>
            <p:nvPr/>
          </p:nvCxnSpPr>
          <p:spPr>
            <a:xfrm>
              <a:off x="3950246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188EACC-DA9A-ADA0-6619-4ECBCC09F4A6}"/>
                </a:ext>
              </a:extLst>
            </p:cNvPr>
            <p:cNvGrpSpPr/>
            <p:nvPr/>
          </p:nvGrpSpPr>
          <p:grpSpPr>
            <a:xfrm>
              <a:off x="6364224" y="4600654"/>
              <a:ext cx="1336841" cy="899949"/>
              <a:chOff x="2804160" y="830580"/>
              <a:chExt cx="1501140" cy="101346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EFE96D9-6AC7-3264-EB2B-3B6DBAD26EFB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81F18E9-35D3-4A0A-0D8E-AD06210D752B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C670A21-8279-9EE6-91F5-3C3AB933AC2D}"/>
                </a:ext>
              </a:extLst>
            </p:cNvPr>
            <p:cNvCxnSpPr>
              <a:cxnSpLocks/>
              <a:stCxn id="50" idx="3"/>
            </p:cNvCxnSpPr>
            <p:nvPr/>
          </p:nvCxnSpPr>
          <p:spPr>
            <a:xfrm flipV="1">
              <a:off x="4777022" y="5050629"/>
              <a:ext cx="1587202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6D4AF9B-FB5D-A04E-559E-4F4FA226405F}"/>
                </a:ext>
              </a:extLst>
            </p:cNvPr>
            <p:cNvSpPr txBox="1"/>
            <p:nvPr/>
          </p:nvSpPr>
          <p:spPr>
            <a:xfrm>
              <a:off x="4939413" y="471207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6B63CB3-3A39-1BBD-9DD8-8350821050F5}"/>
                </a:ext>
              </a:extLst>
            </p:cNvPr>
            <p:cNvCxnSpPr>
              <a:cxnSpLocks/>
              <a:stCxn id="50" idx="1"/>
            </p:cNvCxnSpPr>
            <p:nvPr/>
          </p:nvCxnSpPr>
          <p:spPr>
            <a:xfrm flipH="1">
              <a:off x="1093089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A269346-6D40-EFAD-458D-143A08EC3FBD}"/>
                </a:ext>
              </a:extLst>
            </p:cNvPr>
            <p:cNvCxnSpPr>
              <a:cxnSpLocks/>
              <a:endCxn id="44" idx="0"/>
            </p:cNvCxnSpPr>
            <p:nvPr/>
          </p:nvCxnSpPr>
          <p:spPr>
            <a:xfrm>
              <a:off x="1104904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B66D021-C856-8FA6-5496-1CF03A6772C0}"/>
                </a:ext>
              </a:extLst>
            </p:cNvPr>
            <p:cNvCxnSpPr>
              <a:cxnSpLocks/>
              <a:stCxn id="44" idx="2"/>
              <a:endCxn id="42" idx="1"/>
            </p:cNvCxnSpPr>
            <p:nvPr/>
          </p:nvCxnSpPr>
          <p:spPr>
            <a:xfrm>
              <a:off x="1944067" y="6351974"/>
              <a:ext cx="10980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1797E25-9D12-A567-122F-681A2B28D082}"/>
                </a:ext>
              </a:extLst>
            </p:cNvPr>
            <p:cNvCxnSpPr>
              <a:stCxn id="42" idx="0"/>
              <a:endCxn id="50" idx="2"/>
            </p:cNvCxnSpPr>
            <p:nvPr/>
          </p:nvCxnSpPr>
          <p:spPr>
            <a:xfrm flipV="1">
              <a:off x="3963199" y="5717361"/>
              <a:ext cx="3244" cy="3069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38CFE32-5D4C-1234-646F-E08961D285E9}"/>
                </a:ext>
              </a:extLst>
            </p:cNvPr>
            <p:cNvSpPr txBox="1"/>
            <p:nvPr/>
          </p:nvSpPr>
          <p:spPr>
            <a:xfrm>
              <a:off x="1416226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D137C707-3E29-32A5-E5E8-8402A4E9662F}"/>
                </a:ext>
              </a:extLst>
            </p:cNvPr>
            <p:cNvGrpSpPr/>
            <p:nvPr/>
          </p:nvGrpSpPr>
          <p:grpSpPr>
            <a:xfrm>
              <a:off x="183836" y="6024356"/>
              <a:ext cx="1842135" cy="655236"/>
              <a:chOff x="2657950" y="2270879"/>
              <a:chExt cx="1764030" cy="662940"/>
            </a:xfrm>
          </p:grpSpPr>
          <p:sp>
            <p:nvSpPr>
              <p:cNvPr id="44" name="Parallelogram 43">
                <a:extLst>
                  <a:ext uri="{FF2B5EF4-FFF2-40B4-BE49-F238E27FC236}">
                    <a16:creationId xmlns:a16="http://schemas.microsoft.com/office/drawing/2014/main" id="{695E2DB1-E136-E028-0D05-35A6460198D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B070409-0B0D-5F09-7A81-92F992D40AEA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</a:t>
                </a:r>
                <a:r>
                  <a:rPr lang="en-IN" sz="1600" b="1" dirty="0"/>
                  <a:t>i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E529DFD1-9600-4456-AD7E-3A4BEE9C955E}"/>
                </a:ext>
              </a:extLst>
            </p:cNvPr>
            <p:cNvGrpSpPr/>
            <p:nvPr/>
          </p:nvGrpSpPr>
          <p:grpSpPr>
            <a:xfrm>
              <a:off x="3042131" y="6024356"/>
              <a:ext cx="1842135" cy="655236"/>
              <a:chOff x="1323238" y="3429000"/>
              <a:chExt cx="1842135" cy="655236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244D8AA-32F4-AF5A-EA2F-92F4DD85DB50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DDD3E5B-6291-FF0C-1697-5B7088E3CEA3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 = i - 1</a:t>
                </a:r>
                <a:endParaRPr lang="en-IN" sz="16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649136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048CC-015C-6661-98EA-4E4BF28B4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E3F43-F95E-ED00-4DE1-04344F09A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Print factorial of a number </a:t>
            </a:r>
            <a:r>
              <a:rPr lang="en-US" b="1" dirty="0"/>
              <a:t>n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62E88-16C7-7183-B1C4-53F5BD858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24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FED000-8C82-21A2-E360-F0593C3E2B75}"/>
              </a:ext>
            </a:extLst>
          </p:cNvPr>
          <p:cNvSpPr txBox="1"/>
          <p:nvPr/>
        </p:nvSpPr>
        <p:spPr>
          <a:xfrm>
            <a:off x="5870447" y="1138196"/>
            <a:ext cx="61860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fact = 1, i = 1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b="1" dirty="0"/>
              <a:t>if i &gt; n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7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b="1" dirty="0"/>
              <a:t>fact = (fact * i)</a:t>
            </a:r>
          </a:p>
          <a:p>
            <a:pPr lvl="1"/>
            <a:r>
              <a:rPr lang="en-IN" sz="2400" b="1" i="1" dirty="0"/>
              <a:t>STEP 6:</a:t>
            </a:r>
            <a:r>
              <a:rPr lang="en-IN" sz="2400" dirty="0"/>
              <a:t> </a:t>
            </a:r>
            <a:r>
              <a:rPr lang="en-IN" sz="2400" b="1" dirty="0"/>
              <a:t>i = i + 1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4</a:t>
            </a:r>
            <a:endParaRPr lang="en-IN" sz="2400" dirty="0"/>
          </a:p>
          <a:p>
            <a:pPr lvl="1"/>
            <a:r>
              <a:rPr lang="en-IN" sz="2400" b="1" i="1" dirty="0"/>
              <a:t>STEP 7: </a:t>
            </a:r>
            <a:r>
              <a:rPr lang="en-IN" sz="2400" dirty="0"/>
              <a:t>Print “</a:t>
            </a:r>
            <a:r>
              <a:rPr lang="en-IN" sz="2400" b="1" dirty="0"/>
              <a:t>fact</a:t>
            </a:r>
            <a:r>
              <a:rPr lang="en-IN" sz="2400" dirty="0"/>
              <a:t>”</a:t>
            </a:r>
          </a:p>
          <a:p>
            <a:pPr lvl="1"/>
            <a:r>
              <a:rPr lang="en-IN" sz="2400" b="1" i="1" dirty="0"/>
              <a:t>STEP 8: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3C78D8-BE46-2BD2-3DDA-C9206F42A7EF}"/>
              </a:ext>
            </a:extLst>
          </p:cNvPr>
          <p:cNvGrpSpPr/>
          <p:nvPr/>
        </p:nvGrpSpPr>
        <p:grpSpPr>
          <a:xfrm>
            <a:off x="183836" y="831120"/>
            <a:ext cx="9600835" cy="5856092"/>
            <a:chOff x="183836" y="831120"/>
            <a:chExt cx="9600835" cy="585609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BCA2962-C970-674E-5EF2-10C08F08D3C3}"/>
                </a:ext>
              </a:extLst>
            </p:cNvPr>
            <p:cNvGrpSpPr/>
            <p:nvPr/>
          </p:nvGrpSpPr>
          <p:grpSpPr>
            <a:xfrm>
              <a:off x="3298143" y="831120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E2D222D-6F3C-CBFD-170A-7D8ECD5BAC98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E98416-E176-A346-8A87-4D6076453C86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24980C4-6E9A-E63E-D82F-B026A28F50C7}"/>
                </a:ext>
              </a:extLst>
            </p:cNvPr>
            <p:cNvGrpSpPr/>
            <p:nvPr/>
          </p:nvGrpSpPr>
          <p:grpSpPr>
            <a:xfrm>
              <a:off x="5776364" y="4705573"/>
              <a:ext cx="1842135" cy="655236"/>
              <a:chOff x="2657950" y="2270879"/>
              <a:chExt cx="1764030" cy="662940"/>
            </a:xfrm>
          </p:grpSpPr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FD88C86F-21A9-6891-9416-3590901E25F1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E921FBF-2515-AE1E-E510-60589B7077A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fact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DD606A-2A8B-EB18-594E-6663466711FA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1737634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99FD33F-CA5A-8096-E991-8568DD4D25A1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42355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D2A97A5-30C1-C388-1D80-DDDE45D317B4}"/>
                </a:ext>
              </a:extLst>
            </p:cNvPr>
            <p:cNvGrpSpPr/>
            <p:nvPr/>
          </p:nvGrpSpPr>
          <p:grpSpPr>
            <a:xfrm>
              <a:off x="3155863" y="4383900"/>
              <a:ext cx="1621159" cy="1333461"/>
              <a:chOff x="1433743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EFFC29CE-FCF8-7770-FA91-60294504AB1A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DDB8462-043A-B23F-15D6-FCF084EB6054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EA9F25-897A-6EB5-55FA-81464503294A}"/>
                </a:ext>
              </a:extLst>
            </p:cNvPr>
            <p:cNvGrpSpPr/>
            <p:nvPr/>
          </p:nvGrpSpPr>
          <p:grpSpPr>
            <a:xfrm>
              <a:off x="3042310" y="3291840"/>
              <a:ext cx="1842135" cy="655236"/>
              <a:chOff x="1323238" y="3429000"/>
              <a:chExt cx="1842135" cy="655236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6AF7BF0-38C1-B7F5-19FA-785701614EE4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AE3F921-235E-7A4B-3D35-3D9798B5EDDA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fact = 1, i = 1</a:t>
                </a:r>
                <a:endParaRPr lang="en-IN" sz="1600" b="1" dirty="0"/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9ACF40C-60F7-8625-4084-3AFF0EC8B456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3947076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95BC32A-2F87-1A6B-B12B-AAC69994AFBE}"/>
                </a:ext>
              </a:extLst>
            </p:cNvPr>
            <p:cNvGrpSpPr/>
            <p:nvPr/>
          </p:nvGrpSpPr>
          <p:grpSpPr>
            <a:xfrm>
              <a:off x="8447830" y="4600654"/>
              <a:ext cx="1336841" cy="899949"/>
              <a:chOff x="2804160" y="830580"/>
              <a:chExt cx="1501140" cy="101346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3995BFC1-6AB1-34F9-E607-93444EDF5F05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95CDEC0-2A30-6306-46E3-A578E318D430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03E0A4D-4984-A079-47A5-B6AB43EF8270}"/>
                </a:ext>
              </a:extLst>
            </p:cNvPr>
            <p:cNvCxnSpPr>
              <a:cxnSpLocks/>
              <a:stCxn id="50" idx="3"/>
            </p:cNvCxnSpPr>
            <p:nvPr/>
          </p:nvCxnSpPr>
          <p:spPr>
            <a:xfrm>
              <a:off x="4777022" y="5050631"/>
              <a:ext cx="10667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EDC1FEB-6837-4A53-90F9-22636B3E78C3}"/>
                </a:ext>
              </a:extLst>
            </p:cNvPr>
            <p:cNvSpPr txBox="1"/>
            <p:nvPr/>
          </p:nvSpPr>
          <p:spPr>
            <a:xfrm>
              <a:off x="4629207" y="470237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048EEAD-6E6A-3445-2B53-D4E1AAAF5345}"/>
                </a:ext>
              </a:extLst>
            </p:cNvPr>
            <p:cNvCxnSpPr>
              <a:cxnSpLocks/>
              <a:stCxn id="50" idx="1"/>
            </p:cNvCxnSpPr>
            <p:nvPr/>
          </p:nvCxnSpPr>
          <p:spPr>
            <a:xfrm flipH="1">
              <a:off x="1093089" y="5050631"/>
              <a:ext cx="206277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D33C477-E3E4-7D28-829D-C3A6CA03B501}"/>
                </a:ext>
              </a:extLst>
            </p:cNvPr>
            <p:cNvCxnSpPr>
              <a:cxnSpLocks/>
            </p:cNvCxnSpPr>
            <p:nvPr/>
          </p:nvCxnSpPr>
          <p:spPr>
            <a:xfrm>
              <a:off x="1104904" y="5050629"/>
              <a:ext cx="0" cy="9737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4AFB43C-8E9C-BD14-F6D1-8C85DE77C6F3}"/>
                </a:ext>
              </a:extLst>
            </p:cNvPr>
            <p:cNvSpPr txBox="1"/>
            <p:nvPr/>
          </p:nvSpPr>
          <p:spPr>
            <a:xfrm>
              <a:off x="1416226" y="4694637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6B60F2E-178F-0AE5-8B8C-0C9F03C0DB77}"/>
                </a:ext>
              </a:extLst>
            </p:cNvPr>
            <p:cNvGrpSpPr/>
            <p:nvPr/>
          </p:nvGrpSpPr>
          <p:grpSpPr>
            <a:xfrm>
              <a:off x="183836" y="6031976"/>
              <a:ext cx="1842135" cy="655236"/>
              <a:chOff x="1323238" y="3429000"/>
              <a:chExt cx="1842135" cy="65523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6F96F94-65CF-452B-3881-929CF90B2628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F8200B-8258-2BAC-A9AB-D6A1D10F7DD7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fact = (fact * i)</a:t>
                </a:r>
                <a:endParaRPr lang="en-IN" sz="1600" b="1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60B81D5-A02D-6E75-34FC-F913DE9CC7BD}"/>
                </a:ext>
              </a:extLst>
            </p:cNvPr>
            <p:cNvGrpSpPr/>
            <p:nvPr/>
          </p:nvGrpSpPr>
          <p:grpSpPr>
            <a:xfrm>
              <a:off x="3045395" y="6031976"/>
              <a:ext cx="1842135" cy="655236"/>
              <a:chOff x="1323238" y="3429000"/>
              <a:chExt cx="1842135" cy="655236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04CAD14-ADC4-B634-4AF9-A539C6AB354B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CF41C31-4F3C-0A96-75DE-7733D9E8A641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i + 1</a:t>
                </a:r>
                <a:endParaRPr lang="en-IN" sz="1600" b="1" dirty="0"/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CE8D163-37CF-D069-95D5-86D21139FE42}"/>
                </a:ext>
              </a:extLst>
            </p:cNvPr>
            <p:cNvCxnSpPr>
              <a:stCxn id="4" idx="3"/>
              <a:endCxn id="8" idx="1"/>
            </p:cNvCxnSpPr>
            <p:nvPr/>
          </p:nvCxnSpPr>
          <p:spPr>
            <a:xfrm>
              <a:off x="2025971" y="6359594"/>
              <a:ext cx="101942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32779F6-C2C5-FBF6-8D50-1506072AC5D2}"/>
                </a:ext>
              </a:extLst>
            </p:cNvPr>
            <p:cNvCxnSpPr>
              <a:stCxn id="8" idx="0"/>
              <a:endCxn id="50" idx="2"/>
            </p:cNvCxnSpPr>
            <p:nvPr/>
          </p:nvCxnSpPr>
          <p:spPr>
            <a:xfrm flipH="1" flipV="1">
              <a:off x="3966443" y="5717361"/>
              <a:ext cx="20" cy="31461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B3C6A60-253F-359B-8EF6-0C084608DF75}"/>
                </a:ext>
              </a:extLst>
            </p:cNvPr>
            <p:cNvGrpSpPr/>
            <p:nvPr/>
          </p:nvGrpSpPr>
          <p:grpSpPr>
            <a:xfrm>
              <a:off x="3042310" y="2174458"/>
              <a:ext cx="1842135" cy="655236"/>
              <a:chOff x="2657950" y="2270879"/>
              <a:chExt cx="1764030" cy="662940"/>
            </a:xfrm>
          </p:grpSpPr>
          <p:sp>
            <p:nvSpPr>
              <p:cNvPr id="26" name="Parallelogram 25">
                <a:extLst>
                  <a:ext uri="{FF2B5EF4-FFF2-40B4-BE49-F238E27FC236}">
                    <a16:creationId xmlns:a16="http://schemas.microsoft.com/office/drawing/2014/main" id="{DD7463BF-3FD9-7E9C-F8BF-025CFEE2FF8C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672524-35D9-364F-5B98-0C7005CF1D09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D5E7DA0-D332-2B43-DA24-67D0CA5DD218}"/>
                </a:ext>
              </a:extLst>
            </p:cNvPr>
            <p:cNvCxnSpPr>
              <a:cxnSpLocks/>
              <a:stCxn id="52" idx="2"/>
            </p:cNvCxnSpPr>
            <p:nvPr/>
          </p:nvCxnSpPr>
          <p:spPr>
            <a:xfrm>
              <a:off x="7536595" y="5033191"/>
              <a:ext cx="908734" cy="77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4722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F870F-F506-FD5D-18C3-9233DB9E7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241BD-A263-7C3D-6F6E-D3FD51972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Check if a number is prime or not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9FA5-57EE-1CC7-3C6B-0E06C0A65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25</a:t>
            </a:fld>
            <a:endParaRPr lang="en-IN" dirty="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64ECEE82-C8EE-13D7-1562-EB6E4AE80854}"/>
              </a:ext>
            </a:extLst>
          </p:cNvPr>
          <p:cNvGrpSpPr/>
          <p:nvPr/>
        </p:nvGrpSpPr>
        <p:grpSpPr>
          <a:xfrm>
            <a:off x="170898" y="831120"/>
            <a:ext cx="8459774" cy="5849985"/>
            <a:chOff x="545802" y="831120"/>
            <a:chExt cx="8459774" cy="5849985"/>
          </a:xfrm>
        </p:grpSpPr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F6377E7E-CBE4-2AF3-B7F0-AF69A7E116E1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80" y="4525934"/>
              <a:ext cx="876" cy="3387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344D3AE-FEDB-FFD1-862A-54229E087B38}"/>
                </a:ext>
              </a:extLst>
            </p:cNvPr>
            <p:cNvGrpSpPr/>
            <p:nvPr/>
          </p:nvGrpSpPr>
          <p:grpSpPr>
            <a:xfrm>
              <a:off x="3298143" y="831120"/>
              <a:ext cx="1336841" cy="899949"/>
              <a:chOff x="2804160" y="830580"/>
              <a:chExt cx="1501140" cy="1013460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8CB07C91-B811-6F03-67BA-02E68E34CCBF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C67D368-C9B6-4A04-989F-2E34F5407DF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228206D-E19F-8BDD-B132-7A3288F3590F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1737634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C31C787-835C-FEAC-A7CC-361EDF253B24}"/>
                </a:ext>
              </a:extLst>
            </p:cNvPr>
            <p:cNvGrpSpPr/>
            <p:nvPr/>
          </p:nvGrpSpPr>
          <p:grpSpPr>
            <a:xfrm>
              <a:off x="3206489" y="3917855"/>
              <a:ext cx="1487388" cy="1241559"/>
              <a:chOff x="1433743" y="3420533"/>
              <a:chExt cx="1621159" cy="1333461"/>
            </a:xfrm>
          </p:grpSpPr>
          <p:sp>
            <p:nvSpPr>
              <p:cNvPr id="71" name="Diamond 70">
                <a:extLst>
                  <a:ext uri="{FF2B5EF4-FFF2-40B4-BE49-F238E27FC236}">
                    <a16:creationId xmlns:a16="http://schemas.microsoft.com/office/drawing/2014/main" id="{8934F052-1560-AF19-0958-48C3999FC4D6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3C1C58C-FF3D-A20A-CEAB-8A8209668D23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&lt; n</a:t>
                </a:r>
                <a:endParaRPr lang="en-IN" sz="1600" b="1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3D12914-D1BB-8600-89BC-6CF88BA64D4F}"/>
                </a:ext>
              </a:extLst>
            </p:cNvPr>
            <p:cNvGrpSpPr/>
            <p:nvPr/>
          </p:nvGrpSpPr>
          <p:grpSpPr>
            <a:xfrm>
              <a:off x="545802" y="5742867"/>
              <a:ext cx="1842135" cy="655236"/>
              <a:chOff x="1323238" y="3429000"/>
              <a:chExt cx="1842135" cy="65523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BE03169-2B7E-E99E-EABA-093F9C0422CB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DFE7724-79EB-DB45-9D17-145C0340CBCD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i + 1</a:t>
                </a:r>
                <a:endParaRPr lang="en-IN" sz="1600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D561AC-630C-3C69-D5C0-15B1DB929FC4}"/>
                </a:ext>
              </a:extLst>
            </p:cNvPr>
            <p:cNvSpPr txBox="1"/>
            <p:nvPr/>
          </p:nvSpPr>
          <p:spPr>
            <a:xfrm>
              <a:off x="4373614" y="4159099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44443B2-5362-E580-0DA7-CB32B898DCC5}"/>
                </a:ext>
              </a:extLst>
            </p:cNvPr>
            <p:cNvGrpSpPr/>
            <p:nvPr/>
          </p:nvGrpSpPr>
          <p:grpSpPr>
            <a:xfrm>
              <a:off x="3042310" y="2024331"/>
              <a:ext cx="1842135" cy="655236"/>
              <a:chOff x="2657950" y="2270879"/>
              <a:chExt cx="1764030" cy="662940"/>
            </a:xfrm>
          </p:grpSpPr>
          <p:sp>
            <p:nvSpPr>
              <p:cNvPr id="61" name="Parallelogram 60">
                <a:extLst>
                  <a:ext uri="{FF2B5EF4-FFF2-40B4-BE49-F238E27FC236}">
                    <a16:creationId xmlns:a16="http://schemas.microsoft.com/office/drawing/2014/main" id="{622843D5-E291-3797-7C8D-5A0A0ABB5AA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40C75B-94AD-72D6-C7AD-A6E8254DBA2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7387BCFE-3F3A-1A50-18C4-69A341BD0509}"/>
                </a:ext>
              </a:extLst>
            </p:cNvPr>
            <p:cNvCxnSpPr>
              <a:cxnSpLocks/>
            </p:cNvCxnSpPr>
            <p:nvPr/>
          </p:nvCxnSpPr>
          <p:spPr>
            <a:xfrm>
              <a:off x="3953413" y="2679567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2A21280-D9F5-EF1D-E663-FF759B4B0F30}"/>
                </a:ext>
              </a:extLst>
            </p:cNvPr>
            <p:cNvCxnSpPr>
              <a:cxnSpLocks/>
            </p:cNvCxnSpPr>
            <p:nvPr/>
          </p:nvCxnSpPr>
          <p:spPr>
            <a:xfrm>
              <a:off x="3952046" y="3637723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B29BB8F0-E9EA-6108-0872-AACA176C60B5}"/>
                </a:ext>
              </a:extLst>
            </p:cNvPr>
            <p:cNvGrpSpPr/>
            <p:nvPr/>
          </p:nvGrpSpPr>
          <p:grpSpPr>
            <a:xfrm>
              <a:off x="3206489" y="5439546"/>
              <a:ext cx="1487387" cy="1241559"/>
              <a:chOff x="1433743" y="3420533"/>
              <a:chExt cx="1621159" cy="1333461"/>
            </a:xfrm>
          </p:grpSpPr>
          <p:sp>
            <p:nvSpPr>
              <p:cNvPr id="81" name="Diamond 80">
                <a:extLst>
                  <a:ext uri="{FF2B5EF4-FFF2-40B4-BE49-F238E27FC236}">
                    <a16:creationId xmlns:a16="http://schemas.microsoft.com/office/drawing/2014/main" id="{BBED5C17-4CEB-BF48-3AF1-F4697EF32A56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F7CE1FA-6C7B-DB80-83A6-A59EC9C7A5BA}"/>
                  </a:ext>
                </a:extLst>
              </p:cNvPr>
              <p:cNvSpPr txBox="1"/>
              <p:nvPr/>
            </p:nvSpPr>
            <p:spPr>
              <a:xfrm>
                <a:off x="1578325" y="3908113"/>
                <a:ext cx="1359799" cy="363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 % i == 0</a:t>
                </a:r>
                <a:endParaRPr lang="en-IN" sz="1600" b="1" dirty="0"/>
              </a:p>
            </p:txBody>
          </p:sp>
        </p:grp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DC3CA429-7296-4617-5251-18F2A29FFC76}"/>
                </a:ext>
              </a:extLst>
            </p:cNvPr>
            <p:cNvCxnSpPr>
              <a:cxnSpLocks/>
            </p:cNvCxnSpPr>
            <p:nvPr/>
          </p:nvCxnSpPr>
          <p:spPr>
            <a:xfrm>
              <a:off x="3950183" y="5159414"/>
              <a:ext cx="0" cy="2801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1854569-37B8-0A93-BDFD-A25B7FFE73D4}"/>
                </a:ext>
              </a:extLst>
            </p:cNvPr>
            <p:cNvGrpSpPr/>
            <p:nvPr/>
          </p:nvGrpSpPr>
          <p:grpSpPr>
            <a:xfrm>
              <a:off x="5265318" y="4205936"/>
              <a:ext cx="1842135" cy="655236"/>
              <a:chOff x="2657950" y="2270879"/>
              <a:chExt cx="1764030" cy="662940"/>
            </a:xfrm>
          </p:grpSpPr>
          <p:sp>
            <p:nvSpPr>
              <p:cNvPr id="85" name="Parallelogram 84">
                <a:extLst>
                  <a:ext uri="{FF2B5EF4-FFF2-40B4-BE49-F238E27FC236}">
                    <a16:creationId xmlns:a16="http://schemas.microsoft.com/office/drawing/2014/main" id="{83CC838C-60B7-0491-C52C-55C1A2736CA3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1DCC58B-5D7A-D21D-6875-BD44FDA05E89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Prime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08C2D389-9D81-2A2E-D7E1-2C8AF3B68432}"/>
                </a:ext>
              </a:extLst>
            </p:cNvPr>
            <p:cNvGrpSpPr/>
            <p:nvPr/>
          </p:nvGrpSpPr>
          <p:grpSpPr>
            <a:xfrm>
              <a:off x="5265319" y="5732707"/>
              <a:ext cx="1849908" cy="655236"/>
              <a:chOff x="2657950" y="2270879"/>
              <a:chExt cx="1771473" cy="662940"/>
            </a:xfrm>
          </p:grpSpPr>
          <p:sp>
            <p:nvSpPr>
              <p:cNvPr id="88" name="Parallelogram 87">
                <a:extLst>
                  <a:ext uri="{FF2B5EF4-FFF2-40B4-BE49-F238E27FC236}">
                    <a16:creationId xmlns:a16="http://schemas.microsoft.com/office/drawing/2014/main" id="{CACA8EC9-E8FC-57BC-EB6A-26137CE9B3C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2E3067D-C56F-7A10-265A-5A6BABF13F51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666542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Not Prime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6B1D0517-DDEB-DF66-D390-1353751676D0}"/>
                </a:ext>
              </a:extLst>
            </p:cNvPr>
            <p:cNvCxnSpPr>
              <a:cxnSpLocks/>
              <a:stCxn id="71" idx="3"/>
              <a:endCxn id="85" idx="5"/>
            </p:cNvCxnSpPr>
            <p:nvPr/>
          </p:nvCxnSpPr>
          <p:spPr>
            <a:xfrm flipV="1">
              <a:off x="4693877" y="4533554"/>
              <a:ext cx="653346" cy="50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BB955F9-9FFD-8F50-C2F4-5CADEAFDDC34}"/>
                </a:ext>
              </a:extLst>
            </p:cNvPr>
            <p:cNvCxnSpPr>
              <a:stCxn id="81" idx="3"/>
              <a:endCxn id="88" idx="5"/>
            </p:cNvCxnSpPr>
            <p:nvPr/>
          </p:nvCxnSpPr>
          <p:spPr>
            <a:xfrm flipV="1">
              <a:off x="4693876" y="6060325"/>
              <a:ext cx="65334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5FFA5B60-C387-C93F-3DAE-0AA9911E52D1}"/>
                </a:ext>
              </a:extLst>
            </p:cNvPr>
            <p:cNvGrpSpPr/>
            <p:nvPr/>
          </p:nvGrpSpPr>
          <p:grpSpPr>
            <a:xfrm>
              <a:off x="7668735" y="4862186"/>
              <a:ext cx="1336841" cy="899949"/>
              <a:chOff x="2804160" y="830580"/>
              <a:chExt cx="1501140" cy="1013460"/>
            </a:xfrm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C91522F5-283A-4A6C-F195-A81473DFDF10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12C3BB4-77CE-9F8E-D3E8-C0D3B9415FD1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BC3D416F-17A2-A966-5F25-66B9DC80021D}"/>
                </a:ext>
              </a:extLst>
            </p:cNvPr>
            <p:cNvCxnSpPr>
              <a:stCxn id="85" idx="2"/>
            </p:cNvCxnSpPr>
            <p:nvPr/>
          </p:nvCxnSpPr>
          <p:spPr>
            <a:xfrm>
              <a:off x="7025549" y="4533554"/>
              <a:ext cx="13107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806B002F-EA6E-B91D-5E03-B35C619B5131}"/>
                </a:ext>
              </a:extLst>
            </p:cNvPr>
            <p:cNvCxnSpPr>
              <a:cxnSpLocks/>
            </p:cNvCxnSpPr>
            <p:nvPr/>
          </p:nvCxnSpPr>
          <p:spPr>
            <a:xfrm>
              <a:off x="7025046" y="6089752"/>
              <a:ext cx="130170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2232FA1-F867-6AC8-56F8-FACD680FB84A}"/>
                </a:ext>
              </a:extLst>
            </p:cNvPr>
            <p:cNvCxnSpPr>
              <a:cxnSpLocks/>
              <a:endCxn id="96" idx="4"/>
            </p:cNvCxnSpPr>
            <p:nvPr/>
          </p:nvCxnSpPr>
          <p:spPr>
            <a:xfrm flipV="1">
              <a:off x="8336280" y="5762135"/>
              <a:ext cx="876" cy="3362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533A7E2-7987-E0BF-53B1-AC1151712C5B}"/>
                </a:ext>
              </a:extLst>
            </p:cNvPr>
            <p:cNvSpPr txBox="1"/>
            <p:nvPr/>
          </p:nvSpPr>
          <p:spPr>
            <a:xfrm>
              <a:off x="4059251" y="5104513"/>
              <a:ext cx="57573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3EAE8C95-A003-43A0-D35C-ACB92475A49E}"/>
                </a:ext>
              </a:extLst>
            </p:cNvPr>
            <p:cNvGrpSpPr/>
            <p:nvPr/>
          </p:nvGrpSpPr>
          <p:grpSpPr>
            <a:xfrm>
              <a:off x="3042310" y="2971338"/>
              <a:ext cx="1842135" cy="655236"/>
              <a:chOff x="1323238" y="3429000"/>
              <a:chExt cx="1842135" cy="655236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ED8EA8CE-F26D-5FF5-9E7C-9FA124860F79}"/>
                  </a:ext>
                </a:extLst>
              </p:cNvPr>
              <p:cNvSpPr/>
              <p:nvPr/>
            </p:nvSpPr>
            <p:spPr>
              <a:xfrm>
                <a:off x="1323238" y="3429000"/>
                <a:ext cx="1842135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057379-624A-6A68-3CF4-DF07CE4BA2C8}"/>
                  </a:ext>
                </a:extLst>
              </p:cNvPr>
              <p:cNvSpPr txBox="1"/>
              <p:nvPr/>
            </p:nvSpPr>
            <p:spPr>
              <a:xfrm>
                <a:off x="1430660" y="3587341"/>
                <a:ext cx="162729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2</a:t>
                </a:r>
                <a:endParaRPr lang="en-IN" sz="1600" b="1" dirty="0"/>
              </a:p>
            </p:txBody>
          </p:sp>
        </p:grp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BAE5E981-8DE4-654A-39D0-850E0733898E}"/>
                </a:ext>
              </a:extLst>
            </p:cNvPr>
            <p:cNvCxnSpPr>
              <a:stCxn id="81" idx="1"/>
              <a:endCxn id="69" idx="3"/>
            </p:cNvCxnSpPr>
            <p:nvPr/>
          </p:nvCxnSpPr>
          <p:spPr>
            <a:xfrm flipH="1">
              <a:off x="2387937" y="6060326"/>
              <a:ext cx="818552" cy="101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9F779776-464D-D5E5-941E-299871D185F0}"/>
                </a:ext>
              </a:extLst>
            </p:cNvPr>
            <p:cNvSpPr txBox="1"/>
            <p:nvPr/>
          </p:nvSpPr>
          <p:spPr>
            <a:xfrm>
              <a:off x="2276223" y="5662449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97066ECF-3D41-19B5-636A-C9AD6AFD06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6870" y="4528474"/>
              <a:ext cx="0" cy="12093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EDC5C126-21D6-E1C4-E1CD-32129A07B880}"/>
                </a:ext>
              </a:extLst>
            </p:cNvPr>
            <p:cNvCxnSpPr>
              <a:cxnSpLocks/>
            </p:cNvCxnSpPr>
            <p:nvPr/>
          </p:nvCxnSpPr>
          <p:spPr>
            <a:xfrm>
              <a:off x="1466869" y="4538293"/>
              <a:ext cx="172858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95ACE13-AC00-8A79-227F-F9E39C2F1479}"/>
                </a:ext>
              </a:extLst>
            </p:cNvPr>
            <p:cNvSpPr txBox="1"/>
            <p:nvPr/>
          </p:nvSpPr>
          <p:spPr>
            <a:xfrm>
              <a:off x="4695944" y="5673496"/>
              <a:ext cx="57573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4C1667A7-97EA-2899-1BE5-2C28EC1B887B}"/>
              </a:ext>
            </a:extLst>
          </p:cNvPr>
          <p:cNvSpPr txBox="1"/>
          <p:nvPr/>
        </p:nvSpPr>
        <p:spPr>
          <a:xfrm>
            <a:off x="6516640" y="939457"/>
            <a:ext cx="6501824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000" b="1" i="1" dirty="0"/>
              <a:t>STEP 1: </a:t>
            </a:r>
            <a:r>
              <a:rPr lang="en-IN" sz="2000" dirty="0"/>
              <a:t>Start</a:t>
            </a:r>
          </a:p>
          <a:p>
            <a:pPr lvl="1"/>
            <a:r>
              <a:rPr lang="en-IN" sz="2000" b="1" i="1" dirty="0"/>
              <a:t>STEP 2: </a:t>
            </a:r>
            <a:r>
              <a:rPr lang="en-IN" sz="2000" dirty="0"/>
              <a:t>Take input for </a:t>
            </a:r>
            <a:r>
              <a:rPr lang="en-IN" sz="2000" b="1" dirty="0"/>
              <a:t>n</a:t>
            </a:r>
          </a:p>
          <a:p>
            <a:pPr lvl="1"/>
            <a:r>
              <a:rPr lang="en-IN" sz="2000" b="1" i="1" dirty="0"/>
              <a:t>STEP 3: </a:t>
            </a:r>
            <a:r>
              <a:rPr lang="en-US" sz="2000" b="1" dirty="0"/>
              <a:t>i = 2</a:t>
            </a:r>
            <a:endParaRPr lang="en-IN" sz="2000" b="1" dirty="0"/>
          </a:p>
          <a:p>
            <a:pPr lvl="1"/>
            <a:r>
              <a:rPr lang="en-IN" sz="2000" b="1" i="1" dirty="0"/>
              <a:t>STEP 4: </a:t>
            </a:r>
            <a:r>
              <a:rPr lang="en-IN" sz="2000" b="1" dirty="0"/>
              <a:t>if i &lt; n </a:t>
            </a:r>
            <a:r>
              <a:rPr lang="en-IN" sz="2000" dirty="0"/>
              <a:t>(true), </a:t>
            </a:r>
            <a:r>
              <a:rPr lang="en-US" sz="2000" dirty="0"/>
              <a:t>➡️ Go to </a:t>
            </a:r>
            <a:r>
              <a:rPr lang="en-US" sz="2000" b="1" i="1" dirty="0"/>
              <a:t>STEP 6</a:t>
            </a:r>
            <a:endParaRPr lang="en-IN" sz="2000" b="1" dirty="0"/>
          </a:p>
          <a:p>
            <a:pPr lvl="1"/>
            <a:r>
              <a:rPr lang="en-IN" sz="2000" b="1" i="1" dirty="0"/>
              <a:t>STEP 5: </a:t>
            </a:r>
            <a:r>
              <a:rPr lang="en-IN" sz="2000" dirty="0"/>
              <a:t>Print “</a:t>
            </a:r>
            <a:r>
              <a:rPr lang="en-IN" sz="2000" b="1" dirty="0"/>
              <a:t>Prime</a:t>
            </a:r>
            <a:r>
              <a:rPr lang="en-IN" sz="2000" dirty="0"/>
              <a:t>”,</a:t>
            </a:r>
            <a:r>
              <a:rPr lang="en-US" sz="2000" dirty="0"/>
              <a:t> ➡️</a:t>
            </a:r>
            <a:r>
              <a:rPr lang="en-IN" sz="2000" dirty="0"/>
              <a:t>Go to </a:t>
            </a:r>
            <a:r>
              <a:rPr lang="en-IN" sz="2000" b="1" i="1" dirty="0"/>
              <a:t>STEP 9</a:t>
            </a:r>
            <a:endParaRPr lang="en-IN" sz="2000" dirty="0"/>
          </a:p>
          <a:p>
            <a:pPr lvl="1"/>
            <a:r>
              <a:rPr lang="en-IN" sz="2000" b="1" i="1" dirty="0"/>
              <a:t>STEP 6:</a:t>
            </a:r>
            <a:r>
              <a:rPr lang="en-IN" sz="2000" dirty="0"/>
              <a:t> </a:t>
            </a:r>
            <a:r>
              <a:rPr lang="en-US" sz="2000" dirty="0"/>
              <a:t>if</a:t>
            </a:r>
            <a:r>
              <a:rPr lang="en-US" sz="2000" b="1" dirty="0"/>
              <a:t> n % i == 0 </a:t>
            </a:r>
            <a:r>
              <a:rPr lang="en-US" sz="2000" dirty="0"/>
              <a:t>(true)</a:t>
            </a:r>
            <a:r>
              <a:rPr lang="en-US" sz="2000" b="1" dirty="0"/>
              <a:t>,</a:t>
            </a:r>
            <a:r>
              <a:rPr lang="en-US" sz="2000" dirty="0"/>
              <a:t> ➡️ Go to </a:t>
            </a:r>
            <a:r>
              <a:rPr lang="en-US" sz="2000" b="1" i="1" dirty="0"/>
              <a:t>STEP 7</a:t>
            </a:r>
          </a:p>
          <a:p>
            <a:pPr lvl="1"/>
            <a:r>
              <a:rPr lang="en-IN" sz="2000" b="1" i="1" dirty="0"/>
              <a:t>STEP 6</a:t>
            </a:r>
            <a:r>
              <a:rPr lang="en-IN" sz="2000" dirty="0"/>
              <a:t>: if </a:t>
            </a:r>
            <a:r>
              <a:rPr lang="en-IN" sz="2000" b="1" dirty="0"/>
              <a:t>n % i == 0 </a:t>
            </a:r>
            <a:r>
              <a:rPr lang="en-IN" sz="2000" dirty="0"/>
              <a:t>(false), Go to </a:t>
            </a:r>
            <a:r>
              <a:rPr lang="en-IN" sz="2000" b="1" i="1" dirty="0"/>
              <a:t>STEP 8</a:t>
            </a:r>
          </a:p>
          <a:p>
            <a:pPr lvl="1"/>
            <a:r>
              <a:rPr lang="en-IN" sz="2000" b="1" i="1" dirty="0"/>
              <a:t>STEP 7: </a:t>
            </a:r>
            <a:r>
              <a:rPr lang="en-IN" sz="2000" dirty="0"/>
              <a:t>Print “</a:t>
            </a:r>
            <a:r>
              <a:rPr lang="en-IN" sz="2000" b="1" dirty="0"/>
              <a:t>Not Prime</a:t>
            </a:r>
            <a:r>
              <a:rPr lang="en-IN" sz="2000" dirty="0"/>
              <a:t>”,</a:t>
            </a:r>
            <a:r>
              <a:rPr lang="en-US" sz="2000" dirty="0"/>
              <a:t> ➡️ </a:t>
            </a:r>
            <a:r>
              <a:rPr lang="en-IN" sz="2000" dirty="0"/>
              <a:t>Go to </a:t>
            </a:r>
            <a:r>
              <a:rPr lang="en-IN" sz="2000" b="1" i="1" dirty="0"/>
              <a:t>STEP 9</a:t>
            </a:r>
            <a:endParaRPr lang="en-IN" sz="2000" dirty="0"/>
          </a:p>
          <a:p>
            <a:pPr lvl="1"/>
            <a:r>
              <a:rPr lang="en-IN" sz="2000" b="1" i="1" dirty="0"/>
              <a:t>STEP 8: </a:t>
            </a:r>
            <a:r>
              <a:rPr lang="en-IN" sz="2000" b="1" dirty="0"/>
              <a:t>i = i + 1</a:t>
            </a:r>
            <a:r>
              <a:rPr lang="en-IN" sz="2000" dirty="0"/>
              <a:t>, Go to </a:t>
            </a:r>
            <a:r>
              <a:rPr lang="en-IN" sz="2000" b="1" i="1" dirty="0"/>
              <a:t>STEP 4 </a:t>
            </a:r>
            <a:endParaRPr lang="en-IN" sz="2000" dirty="0"/>
          </a:p>
          <a:p>
            <a:pPr lvl="1"/>
            <a:r>
              <a:rPr lang="en-IN" sz="2000" b="1" i="1" dirty="0"/>
              <a:t>STEP 9: </a:t>
            </a:r>
            <a:r>
              <a:rPr lang="en-IN" sz="2000" i="1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00234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935D9-6D6E-F528-0E4D-16E1C2D3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D403D-0437-AC64-856D-2D00E2AFD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Find max of 2 numbers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CBA51-1885-E611-ED41-003F916EC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26</a:t>
            </a:fld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06017B-7F16-87D1-B49C-10E22CECF70A}"/>
              </a:ext>
            </a:extLst>
          </p:cNvPr>
          <p:cNvSpPr txBox="1"/>
          <p:nvPr/>
        </p:nvSpPr>
        <p:spPr>
          <a:xfrm>
            <a:off x="5870447" y="1138196"/>
            <a:ext cx="618608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n1, n2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if n1 &gt; n2, </a:t>
            </a:r>
            <a:r>
              <a:rPr lang="en-US" sz="2400" dirty="0"/>
              <a:t>(false)➡️ Go to </a:t>
            </a:r>
            <a:r>
              <a:rPr lang="en-US" sz="2400" b="1" i="1" dirty="0"/>
              <a:t>STEP 5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Print </a:t>
            </a:r>
            <a:r>
              <a:rPr lang="en-IN" sz="2400" b="1" dirty="0"/>
              <a:t>“n1”</a:t>
            </a:r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Print “</a:t>
            </a:r>
            <a:r>
              <a:rPr lang="en-IN" sz="2400" b="1" dirty="0"/>
              <a:t>n2”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dirty="0"/>
              <a:t>End</a:t>
            </a:r>
            <a:endParaRPr lang="en-IN" sz="2400" b="1" i="1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13A2F1A-52F0-2DBF-0D95-9ECF8BFB8752}"/>
              </a:ext>
            </a:extLst>
          </p:cNvPr>
          <p:cNvGrpSpPr/>
          <p:nvPr/>
        </p:nvGrpSpPr>
        <p:grpSpPr>
          <a:xfrm>
            <a:off x="467912" y="859648"/>
            <a:ext cx="5967797" cy="5688472"/>
            <a:chOff x="975610" y="831120"/>
            <a:chExt cx="5967797" cy="5688472"/>
          </a:xfrm>
        </p:grpSpPr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75FB3807-8CEA-BF67-E3F9-4D2DC040BACA}"/>
                </a:ext>
              </a:extLst>
            </p:cNvPr>
            <p:cNvCxnSpPr/>
            <p:nvPr/>
          </p:nvCxnSpPr>
          <p:spPr>
            <a:xfrm flipV="1">
              <a:off x="1879405" y="3956475"/>
              <a:ext cx="1263428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D0F918-962F-B17E-21DB-B8032A8EDD4F}"/>
                </a:ext>
              </a:extLst>
            </p:cNvPr>
            <p:cNvSpPr txBox="1"/>
            <p:nvPr/>
          </p:nvSpPr>
          <p:spPr>
            <a:xfrm>
              <a:off x="4718980" y="3671356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true</a:t>
              </a:r>
              <a:endParaRPr lang="en-IN" sz="1600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237B19E-699D-357D-64DE-C3221353333D}"/>
                </a:ext>
              </a:extLst>
            </p:cNvPr>
            <p:cNvGrpSpPr/>
            <p:nvPr/>
          </p:nvGrpSpPr>
          <p:grpSpPr>
            <a:xfrm>
              <a:off x="3298143" y="831120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FF43078-0D6D-1565-988A-B62EE0C2BA62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7E5086B0-F734-57C9-0252-4CDFB241F42E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4CDF56-9DD2-8325-746F-701553E7EC8F}"/>
                </a:ext>
              </a:extLst>
            </p:cNvPr>
            <p:cNvGrpSpPr/>
            <p:nvPr/>
          </p:nvGrpSpPr>
          <p:grpSpPr>
            <a:xfrm>
              <a:off x="5101272" y="4457700"/>
              <a:ext cx="1842135" cy="655236"/>
              <a:chOff x="2657950" y="2270879"/>
              <a:chExt cx="1764030" cy="662940"/>
            </a:xfrm>
          </p:grpSpPr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3580420B-547C-2EC7-D067-81C37E4E0F2A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E2ABA5-CACF-4D50-67B1-50D97E2F4DB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n1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8CCC0DF-FF07-02F7-09AC-FC4D57AA5614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77" y="1737634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D1028CE-DC6C-A8EC-6BE1-A6FAC018FDBA}"/>
                </a:ext>
              </a:extLst>
            </p:cNvPr>
            <p:cNvCxnSpPr>
              <a:cxnSpLocks/>
            </p:cNvCxnSpPr>
            <p:nvPr/>
          </p:nvCxnSpPr>
          <p:spPr>
            <a:xfrm>
              <a:off x="3963395" y="2836259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375E49F-8467-0BAC-1599-FAEA106D2663}"/>
                </a:ext>
              </a:extLst>
            </p:cNvPr>
            <p:cNvGrpSpPr/>
            <p:nvPr/>
          </p:nvGrpSpPr>
          <p:grpSpPr>
            <a:xfrm>
              <a:off x="3142833" y="3289745"/>
              <a:ext cx="1621159" cy="1333461"/>
              <a:chOff x="1433743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87E3EE1F-35F9-C0D9-CFD4-A770645A282C}"/>
                  </a:ext>
                </a:extLst>
              </p:cNvPr>
              <p:cNvSpPr/>
              <p:nvPr/>
            </p:nvSpPr>
            <p:spPr>
              <a:xfrm>
                <a:off x="1433743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F208FF7-EC40-380D-207A-EB07917E83E4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n1 &gt; n2</a:t>
                </a:r>
                <a:endParaRPr lang="en-IN" sz="1600" b="1" dirty="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7138D81-4C1E-9BAA-8AAD-6774FB3A48FB}"/>
                </a:ext>
              </a:extLst>
            </p:cNvPr>
            <p:cNvGrpSpPr/>
            <p:nvPr/>
          </p:nvGrpSpPr>
          <p:grpSpPr>
            <a:xfrm>
              <a:off x="3042310" y="2174458"/>
              <a:ext cx="1842135" cy="655236"/>
              <a:chOff x="2657950" y="2270879"/>
              <a:chExt cx="1764030" cy="662940"/>
            </a:xfrm>
          </p:grpSpPr>
          <p:sp>
            <p:nvSpPr>
              <p:cNvPr id="26" name="Parallelogram 25">
                <a:extLst>
                  <a:ext uri="{FF2B5EF4-FFF2-40B4-BE49-F238E27FC236}">
                    <a16:creationId xmlns:a16="http://schemas.microsoft.com/office/drawing/2014/main" id="{28064ADF-082A-EE32-82AC-65E3018A5AC0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364F58-8A36-E588-6FFF-863B27D8312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n1, n2</a:t>
                </a:r>
              </a:p>
            </p:txBody>
          </p:sp>
        </p:grp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805CE90-589C-4E42-3C0B-14BF437056CC}"/>
                </a:ext>
              </a:extLst>
            </p:cNvPr>
            <p:cNvCxnSpPr>
              <a:stCxn id="50" idx="3"/>
            </p:cNvCxnSpPr>
            <p:nvPr/>
          </p:nvCxnSpPr>
          <p:spPr>
            <a:xfrm flipV="1">
              <a:off x="4763992" y="3956475"/>
              <a:ext cx="1263428" cy="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A8E0D0C-A699-D1A8-A115-181825B1D26A}"/>
                </a:ext>
              </a:extLst>
            </p:cNvPr>
            <p:cNvCxnSpPr>
              <a:cxnSpLocks/>
            </p:cNvCxnSpPr>
            <p:nvPr/>
          </p:nvCxnSpPr>
          <p:spPr>
            <a:xfrm>
              <a:off x="6022340" y="3948855"/>
              <a:ext cx="5080" cy="5012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7EA8EAC-8D00-4AEB-91E2-D4EF464C3927}"/>
                </a:ext>
              </a:extLst>
            </p:cNvPr>
            <p:cNvGrpSpPr/>
            <p:nvPr/>
          </p:nvGrpSpPr>
          <p:grpSpPr>
            <a:xfrm>
              <a:off x="5353918" y="5619643"/>
              <a:ext cx="1336841" cy="899949"/>
              <a:chOff x="2804160" y="830580"/>
              <a:chExt cx="1501140" cy="1013460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A2BDDE7-8F18-3E1C-EEEA-2FE4CBCE7E45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BFA5C70-3273-DC77-7BFC-844596260C58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7377770-84C2-4A45-01E6-D13A5EF63CAF}"/>
                </a:ext>
              </a:extLst>
            </p:cNvPr>
            <p:cNvCxnSpPr>
              <a:stCxn id="52" idx="4"/>
              <a:endCxn id="37" idx="0"/>
            </p:cNvCxnSpPr>
            <p:nvPr/>
          </p:nvCxnSpPr>
          <p:spPr>
            <a:xfrm flipH="1">
              <a:off x="6022339" y="5112936"/>
              <a:ext cx="1" cy="5067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7032B13-38A4-75A1-C46B-69B90A35E2CF}"/>
                </a:ext>
              </a:extLst>
            </p:cNvPr>
            <p:cNvCxnSpPr>
              <a:cxnSpLocks/>
            </p:cNvCxnSpPr>
            <p:nvPr/>
          </p:nvCxnSpPr>
          <p:spPr>
            <a:xfrm>
              <a:off x="1888930" y="3948854"/>
              <a:ext cx="5080" cy="5012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DC3F5BF-E619-2343-33E8-1C868ED0737C}"/>
                </a:ext>
              </a:extLst>
            </p:cNvPr>
            <p:cNvGrpSpPr/>
            <p:nvPr/>
          </p:nvGrpSpPr>
          <p:grpSpPr>
            <a:xfrm>
              <a:off x="975610" y="4456200"/>
              <a:ext cx="1842135" cy="655236"/>
              <a:chOff x="2657950" y="2270879"/>
              <a:chExt cx="1764030" cy="662940"/>
            </a:xfrm>
          </p:grpSpPr>
          <p:sp>
            <p:nvSpPr>
              <p:cNvPr id="56" name="Parallelogram 55">
                <a:extLst>
                  <a:ext uri="{FF2B5EF4-FFF2-40B4-BE49-F238E27FC236}">
                    <a16:creationId xmlns:a16="http://schemas.microsoft.com/office/drawing/2014/main" id="{FE7DB80B-456D-BE0B-FB4E-762F51E8B954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4B033-7195-F338-792D-A0685A9982A5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n2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20145A3-99D7-CB00-3B13-9DAA58017A1A}"/>
                </a:ext>
              </a:extLst>
            </p:cNvPr>
            <p:cNvCxnSpPr>
              <a:cxnSpLocks/>
            </p:cNvCxnSpPr>
            <p:nvPr/>
          </p:nvCxnSpPr>
          <p:spPr>
            <a:xfrm>
              <a:off x="1896678" y="5116516"/>
              <a:ext cx="0" cy="96347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1A670367-5BAB-B9F3-F88F-B193DA64AFC3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>
              <a:off x="1888930" y="6069618"/>
              <a:ext cx="34649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F7A5EBD-C989-7514-2C95-B8245EB814EA}"/>
                </a:ext>
              </a:extLst>
            </p:cNvPr>
            <p:cNvSpPr txBox="1"/>
            <p:nvPr/>
          </p:nvSpPr>
          <p:spPr>
            <a:xfrm>
              <a:off x="1947450" y="3610300"/>
              <a:ext cx="11514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false</a:t>
              </a:r>
              <a:endParaRPr lang="en-IN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147551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6CBF7-E337-6B69-B1F6-6B0FF496B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E716E-BFAA-FBEA-78F2-853CE800C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12" y="304800"/>
            <a:ext cx="11256176" cy="61880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Design a Flowchart &amp; Pseudocode: </a:t>
            </a:r>
            <a:r>
              <a:rPr lang="en-US" dirty="0"/>
              <a:t>Add </a:t>
            </a:r>
            <a:r>
              <a:rPr lang="en-US" b="1" dirty="0"/>
              <a:t>n</a:t>
            </a:r>
            <a:r>
              <a:rPr lang="en-US" dirty="0"/>
              <a:t> numbers from user input &amp; print</a:t>
            </a:r>
            <a:endParaRPr lang="en-US" sz="1600" b="1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04172-16A2-2443-5D3B-754E99FF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27</a:t>
            </a:fld>
            <a:endParaRPr lang="en-IN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BB8D3DE0-27BD-AB92-A3FE-C7DE6C713EB5}"/>
              </a:ext>
            </a:extLst>
          </p:cNvPr>
          <p:cNvGrpSpPr/>
          <p:nvPr/>
        </p:nvGrpSpPr>
        <p:grpSpPr>
          <a:xfrm>
            <a:off x="113259" y="1024241"/>
            <a:ext cx="8543061" cy="5720984"/>
            <a:chOff x="67539" y="859648"/>
            <a:chExt cx="9016675" cy="597165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DC0A5DC-F943-8F00-769C-343CB83A485F}"/>
                </a:ext>
              </a:extLst>
            </p:cNvPr>
            <p:cNvGrpSpPr/>
            <p:nvPr/>
          </p:nvGrpSpPr>
          <p:grpSpPr>
            <a:xfrm>
              <a:off x="2790445" y="859648"/>
              <a:ext cx="1336841" cy="899949"/>
              <a:chOff x="2804160" y="830580"/>
              <a:chExt cx="1501140" cy="1013460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B660C00-041A-23A6-5729-B9DE3325678B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C97F54F-A366-175E-5909-ED4C63CE60A4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START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B782241-BF41-229E-EC90-2D184EAA649D}"/>
                </a:ext>
              </a:extLst>
            </p:cNvPr>
            <p:cNvCxnSpPr>
              <a:cxnSpLocks/>
            </p:cNvCxnSpPr>
            <p:nvPr/>
          </p:nvCxnSpPr>
          <p:spPr>
            <a:xfrm>
              <a:off x="3455679" y="176616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7827F84A-65D5-3260-DF0A-4E58A976AA00}"/>
                </a:ext>
              </a:extLst>
            </p:cNvPr>
            <p:cNvCxnSpPr>
              <a:cxnSpLocks/>
            </p:cNvCxnSpPr>
            <p:nvPr/>
          </p:nvCxnSpPr>
          <p:spPr>
            <a:xfrm>
              <a:off x="3455697" y="2864787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FA7302E-793B-93FD-4D9C-47C158DE2007}"/>
                </a:ext>
              </a:extLst>
            </p:cNvPr>
            <p:cNvGrpSpPr/>
            <p:nvPr/>
          </p:nvGrpSpPr>
          <p:grpSpPr>
            <a:xfrm>
              <a:off x="2645099" y="4393520"/>
              <a:ext cx="1621159" cy="1333461"/>
              <a:chOff x="1428521" y="3420533"/>
              <a:chExt cx="1621159" cy="1333461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58B77A69-C8AD-51D7-6EE6-E4561689E3F0}"/>
                  </a:ext>
                </a:extLst>
              </p:cNvPr>
              <p:cNvSpPr/>
              <p:nvPr/>
            </p:nvSpPr>
            <p:spPr>
              <a:xfrm>
                <a:off x="1428521" y="3420533"/>
                <a:ext cx="1621159" cy="1333461"/>
              </a:xfrm>
              <a:prstGeom prst="diamon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A75F436-B864-ACCF-DF2F-161F862E9248}"/>
                  </a:ext>
                </a:extLst>
              </p:cNvPr>
              <p:cNvSpPr txBox="1"/>
              <p:nvPr/>
            </p:nvSpPr>
            <p:spPr>
              <a:xfrm>
                <a:off x="1664942" y="3917986"/>
                <a:ext cx="124792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if </a:t>
                </a:r>
                <a:r>
                  <a:rPr lang="en-US" sz="1600" b="1" dirty="0"/>
                  <a:t>i &gt; n</a:t>
                </a:r>
                <a:endParaRPr lang="en-IN" sz="1600" b="1" dirty="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6C12ABB-9853-C18D-4EE2-7CC90935D03A}"/>
                </a:ext>
              </a:extLst>
            </p:cNvPr>
            <p:cNvGrpSpPr/>
            <p:nvPr/>
          </p:nvGrpSpPr>
          <p:grpSpPr>
            <a:xfrm>
              <a:off x="2534612" y="2202986"/>
              <a:ext cx="1842135" cy="655236"/>
              <a:chOff x="2657950" y="2270879"/>
              <a:chExt cx="1764030" cy="662940"/>
            </a:xfrm>
          </p:grpSpPr>
          <p:sp>
            <p:nvSpPr>
              <p:cNvPr id="26" name="Parallelogram 25">
                <a:extLst>
                  <a:ext uri="{FF2B5EF4-FFF2-40B4-BE49-F238E27FC236}">
                    <a16:creationId xmlns:a16="http://schemas.microsoft.com/office/drawing/2014/main" id="{6AA4C1AB-FBE0-B5AC-48BA-408947DEB78D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5FD5EE7-A997-570C-3D76-B6F7D6750803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for </a:t>
                </a:r>
                <a:r>
                  <a:rPr lang="en-IN" sz="1600" b="1" dirty="0"/>
                  <a:t>n</a:t>
                </a:r>
              </a:p>
            </p:txBody>
          </p: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64DAFF3-EAD4-88E4-90AD-00739E10BBBD}"/>
                </a:ext>
              </a:extLst>
            </p:cNvPr>
            <p:cNvCxnSpPr>
              <a:cxnSpLocks/>
            </p:cNvCxnSpPr>
            <p:nvPr/>
          </p:nvCxnSpPr>
          <p:spPr>
            <a:xfrm>
              <a:off x="3455679" y="3950242"/>
              <a:ext cx="0" cy="4368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67478AB-6D06-9A38-D651-CCBD0F6B2868}"/>
                </a:ext>
              </a:extLst>
            </p:cNvPr>
            <p:cNvSpPr txBox="1"/>
            <p:nvPr/>
          </p:nvSpPr>
          <p:spPr>
            <a:xfrm>
              <a:off x="4502679" y="4721695"/>
              <a:ext cx="6048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true</a:t>
              </a:r>
              <a:endParaRPr lang="en-IN" sz="160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6624C4D-23F8-0653-7888-5281DDD21A09}"/>
                </a:ext>
              </a:extLst>
            </p:cNvPr>
            <p:cNvGrpSpPr/>
            <p:nvPr/>
          </p:nvGrpSpPr>
          <p:grpSpPr>
            <a:xfrm>
              <a:off x="5298200" y="4732631"/>
              <a:ext cx="1842135" cy="655236"/>
              <a:chOff x="2657950" y="2270879"/>
              <a:chExt cx="1764030" cy="662940"/>
            </a:xfrm>
          </p:grpSpPr>
          <p:sp>
            <p:nvSpPr>
              <p:cNvPr id="15" name="Parallelogram 14">
                <a:extLst>
                  <a:ext uri="{FF2B5EF4-FFF2-40B4-BE49-F238E27FC236}">
                    <a16:creationId xmlns:a16="http://schemas.microsoft.com/office/drawing/2014/main" id="{42F1F4D2-7EE3-2859-5184-A8E3FC8106E2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C86888-42F8-C971-A18F-8E8770C23AE5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Print “</a:t>
                </a:r>
                <a:r>
                  <a:rPr lang="en-IN" sz="1600" b="1" dirty="0"/>
                  <a:t>sum</a:t>
                </a:r>
                <a:r>
                  <a:rPr lang="en-IN" sz="1600" dirty="0"/>
                  <a:t>”</a:t>
                </a:r>
                <a:endParaRPr lang="en-IN" sz="1600" b="1" dirty="0"/>
              </a:p>
            </p:txBody>
          </p:sp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36A030E-D9EF-35C2-43D9-78B09D56435D}"/>
                </a:ext>
              </a:extLst>
            </p:cNvPr>
            <p:cNvCxnSpPr>
              <a:cxnSpLocks/>
              <a:stCxn id="50" idx="3"/>
            </p:cNvCxnSpPr>
            <p:nvPr/>
          </p:nvCxnSpPr>
          <p:spPr>
            <a:xfrm flipV="1">
              <a:off x="4266258" y="5060249"/>
              <a:ext cx="1101784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04031C2-D926-0DA2-C514-2D625A34DBF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6802330" y="5060249"/>
              <a:ext cx="945043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A5B92F-BA55-4DEB-309D-8FADF8E6195A}"/>
                </a:ext>
              </a:extLst>
            </p:cNvPr>
            <p:cNvGrpSpPr/>
            <p:nvPr/>
          </p:nvGrpSpPr>
          <p:grpSpPr>
            <a:xfrm>
              <a:off x="7747373" y="4610274"/>
              <a:ext cx="1336841" cy="899949"/>
              <a:chOff x="2804160" y="830580"/>
              <a:chExt cx="1501140" cy="1013460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71CE6AE-4375-5162-77EC-AA47CDCA9649}"/>
                  </a:ext>
                </a:extLst>
              </p:cNvPr>
              <p:cNvSpPr/>
              <p:nvPr/>
            </p:nvSpPr>
            <p:spPr>
              <a:xfrm>
                <a:off x="2804160" y="830580"/>
                <a:ext cx="1501140" cy="101346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59D620A-5F08-EB85-9FC7-8B54DE5BCFB5}"/>
                  </a:ext>
                </a:extLst>
              </p:cNvPr>
              <p:cNvSpPr txBox="1"/>
              <p:nvPr/>
            </p:nvSpPr>
            <p:spPr>
              <a:xfrm>
                <a:off x="3014184" y="1152644"/>
                <a:ext cx="1051560" cy="381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END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04105B2-D879-8C24-CB41-2FAF1DECFA7A}"/>
                </a:ext>
              </a:extLst>
            </p:cNvPr>
            <p:cNvGrpSpPr/>
            <p:nvPr/>
          </p:nvGrpSpPr>
          <p:grpSpPr>
            <a:xfrm>
              <a:off x="2534613" y="3305408"/>
              <a:ext cx="1842134" cy="655236"/>
              <a:chOff x="2534612" y="3298253"/>
              <a:chExt cx="1842134" cy="655236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B63815E-BDAF-8ECA-36DB-87A02DEB6D1D}"/>
                  </a:ext>
                </a:extLst>
              </p:cNvPr>
              <p:cNvSpPr/>
              <p:nvPr/>
            </p:nvSpPr>
            <p:spPr>
              <a:xfrm>
                <a:off x="2534612" y="3298253"/>
                <a:ext cx="1842134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BF3BEF0-EDAE-0261-F2AD-0F240E188538}"/>
                  </a:ext>
                </a:extLst>
              </p:cNvPr>
              <p:cNvSpPr txBox="1"/>
              <p:nvPr/>
            </p:nvSpPr>
            <p:spPr>
              <a:xfrm>
                <a:off x="2672465" y="3460510"/>
                <a:ext cx="156642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sum = 0, i = 1</a:t>
                </a:r>
                <a:endParaRPr lang="en-IN" sz="1600" b="1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12B6CD1-8633-2CB6-AD68-75B2C7B07B56}"/>
                </a:ext>
              </a:extLst>
            </p:cNvPr>
            <p:cNvSpPr txBox="1"/>
            <p:nvPr/>
          </p:nvSpPr>
          <p:spPr>
            <a:xfrm>
              <a:off x="2070173" y="4694359"/>
              <a:ext cx="6127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false</a:t>
              </a:r>
              <a:endParaRPr lang="en-IN" sz="1600" dirty="0"/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5B03F37-EC99-90A3-0C90-BDE266C01A26}"/>
                </a:ext>
              </a:extLst>
            </p:cNvPr>
            <p:cNvCxnSpPr>
              <a:cxnSpLocks/>
              <a:stCxn id="50" idx="1"/>
              <a:endCxn id="71" idx="2"/>
            </p:cNvCxnSpPr>
            <p:nvPr/>
          </p:nvCxnSpPr>
          <p:spPr>
            <a:xfrm flipH="1">
              <a:off x="1827770" y="5060251"/>
              <a:ext cx="817329" cy="50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0CD72701-19C0-1D2F-9F01-19A445651E6C}"/>
                </a:ext>
              </a:extLst>
            </p:cNvPr>
            <p:cNvGrpSpPr/>
            <p:nvPr/>
          </p:nvGrpSpPr>
          <p:grpSpPr>
            <a:xfrm>
              <a:off x="67539" y="4737710"/>
              <a:ext cx="1842135" cy="655236"/>
              <a:chOff x="2657950" y="2270879"/>
              <a:chExt cx="1764030" cy="662940"/>
            </a:xfrm>
          </p:grpSpPr>
          <p:sp>
            <p:nvSpPr>
              <p:cNvPr id="71" name="Parallelogram 70">
                <a:extLst>
                  <a:ext uri="{FF2B5EF4-FFF2-40B4-BE49-F238E27FC236}">
                    <a16:creationId xmlns:a16="http://schemas.microsoft.com/office/drawing/2014/main" id="{4D719C1A-847C-A8BB-FF10-14C095FCD2FB}"/>
                  </a:ext>
                </a:extLst>
              </p:cNvPr>
              <p:cNvSpPr/>
              <p:nvPr/>
            </p:nvSpPr>
            <p:spPr>
              <a:xfrm>
                <a:off x="2657950" y="2270879"/>
                <a:ext cx="1764030" cy="662940"/>
              </a:xfrm>
              <a:prstGeom prst="parallelogram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F19A6E7-4634-5636-4A53-218187F6C730}"/>
                  </a:ext>
                </a:extLst>
              </p:cNvPr>
              <p:cNvSpPr txBox="1"/>
              <p:nvPr/>
            </p:nvSpPr>
            <p:spPr>
              <a:xfrm>
                <a:off x="2762881" y="2454392"/>
                <a:ext cx="1558295" cy="3425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dirty="0"/>
                  <a:t>Input </a:t>
                </a:r>
                <a:r>
                  <a:rPr lang="en-IN" sz="1600" b="1" dirty="0"/>
                  <a:t>number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B0122553-7803-4406-B921-2A1E3A31803B}"/>
                </a:ext>
              </a:extLst>
            </p:cNvPr>
            <p:cNvGrpSpPr/>
            <p:nvPr/>
          </p:nvGrpSpPr>
          <p:grpSpPr>
            <a:xfrm>
              <a:off x="73762" y="6142220"/>
              <a:ext cx="1842134" cy="689079"/>
              <a:chOff x="2534612" y="3298253"/>
              <a:chExt cx="1842134" cy="689079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44050D4F-185B-6EC3-5780-CC12A68E367C}"/>
                  </a:ext>
                </a:extLst>
              </p:cNvPr>
              <p:cNvSpPr/>
              <p:nvPr/>
            </p:nvSpPr>
            <p:spPr>
              <a:xfrm>
                <a:off x="2534612" y="3298253"/>
                <a:ext cx="1842134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2FAC54B-7A4A-225F-F297-E94FCDEEFF18}"/>
                  </a:ext>
                </a:extLst>
              </p:cNvPr>
              <p:cNvSpPr txBox="1"/>
              <p:nvPr/>
            </p:nvSpPr>
            <p:spPr>
              <a:xfrm>
                <a:off x="2672466" y="3402557"/>
                <a:ext cx="15664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sum = sum + number</a:t>
                </a:r>
                <a:endParaRPr lang="en-IN" sz="1600" b="1" dirty="0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6361FCF-9D16-A803-F462-F1784514FE07}"/>
                </a:ext>
              </a:extLst>
            </p:cNvPr>
            <p:cNvGrpSpPr/>
            <p:nvPr/>
          </p:nvGrpSpPr>
          <p:grpSpPr>
            <a:xfrm>
              <a:off x="2533792" y="6142220"/>
              <a:ext cx="1842134" cy="655236"/>
              <a:chOff x="2534612" y="3298253"/>
              <a:chExt cx="1842134" cy="655236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56DE8D58-0276-63F4-A949-578C22BD78C4}"/>
                  </a:ext>
                </a:extLst>
              </p:cNvPr>
              <p:cNvSpPr/>
              <p:nvPr/>
            </p:nvSpPr>
            <p:spPr>
              <a:xfrm>
                <a:off x="2534612" y="3298253"/>
                <a:ext cx="1842134" cy="6552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586897A2-0ED3-6BBF-4906-AC791D1F9BD8}"/>
                  </a:ext>
                </a:extLst>
              </p:cNvPr>
              <p:cNvSpPr txBox="1"/>
              <p:nvPr/>
            </p:nvSpPr>
            <p:spPr>
              <a:xfrm>
                <a:off x="2672465" y="3460510"/>
                <a:ext cx="156642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i = i + 1</a:t>
                </a:r>
                <a:endParaRPr lang="en-IN" sz="1600" b="1" dirty="0"/>
              </a:p>
            </p:txBody>
          </p:sp>
        </p:grp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09AAABEF-E2DC-8775-C489-8A8D8D35D53E}"/>
                </a:ext>
              </a:extLst>
            </p:cNvPr>
            <p:cNvCxnSpPr>
              <a:stCxn id="71" idx="4"/>
            </p:cNvCxnSpPr>
            <p:nvPr/>
          </p:nvCxnSpPr>
          <p:spPr>
            <a:xfrm flipH="1">
              <a:off x="988606" y="5392946"/>
              <a:ext cx="1" cy="7492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3F0C385C-1766-586A-EBF8-E5EA2326007D}"/>
                </a:ext>
              </a:extLst>
            </p:cNvPr>
            <p:cNvCxnSpPr>
              <a:stCxn id="76" idx="3"/>
              <a:endCxn id="79" idx="1"/>
            </p:cNvCxnSpPr>
            <p:nvPr/>
          </p:nvCxnSpPr>
          <p:spPr>
            <a:xfrm>
              <a:off x="1915896" y="6469838"/>
              <a:ext cx="61789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FBC8C5BC-4093-BAED-2CB9-10E140C81B1C}"/>
                </a:ext>
              </a:extLst>
            </p:cNvPr>
            <p:cNvCxnSpPr>
              <a:stCxn id="79" idx="0"/>
              <a:endCxn id="50" idx="2"/>
            </p:cNvCxnSpPr>
            <p:nvPr/>
          </p:nvCxnSpPr>
          <p:spPr>
            <a:xfrm flipV="1">
              <a:off x="3454859" y="5726981"/>
              <a:ext cx="820" cy="4152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4EC67802-9AA4-F213-393C-04E46380E9ED}"/>
              </a:ext>
            </a:extLst>
          </p:cNvPr>
          <p:cNvSpPr txBox="1"/>
          <p:nvPr/>
        </p:nvSpPr>
        <p:spPr>
          <a:xfrm>
            <a:off x="5777834" y="953616"/>
            <a:ext cx="61860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IN" sz="2400" b="1" i="1" dirty="0"/>
              <a:t>STEP 1: </a:t>
            </a:r>
            <a:r>
              <a:rPr lang="en-IN" sz="2400" dirty="0"/>
              <a:t>Start</a:t>
            </a:r>
          </a:p>
          <a:p>
            <a:pPr lvl="1"/>
            <a:r>
              <a:rPr lang="en-IN" sz="2400" b="1" i="1" dirty="0"/>
              <a:t>STEP 2: </a:t>
            </a:r>
            <a:r>
              <a:rPr lang="en-IN" sz="2400" dirty="0"/>
              <a:t>Take input for </a:t>
            </a:r>
            <a:r>
              <a:rPr lang="en-IN" sz="2400" b="1" dirty="0"/>
              <a:t>n</a:t>
            </a:r>
          </a:p>
          <a:p>
            <a:pPr lvl="1"/>
            <a:r>
              <a:rPr lang="en-IN" sz="2400" b="1" i="1" dirty="0"/>
              <a:t>STEP 3: </a:t>
            </a:r>
            <a:r>
              <a:rPr lang="en-US" sz="2400" b="1" dirty="0"/>
              <a:t>sum = 0, i = 1</a:t>
            </a:r>
            <a:endParaRPr lang="en-IN" sz="2400" b="1" dirty="0"/>
          </a:p>
          <a:p>
            <a:pPr lvl="1"/>
            <a:r>
              <a:rPr lang="en-IN" sz="2400" b="1" i="1" dirty="0"/>
              <a:t>STEP 4: </a:t>
            </a:r>
            <a:r>
              <a:rPr lang="en-IN" sz="2400" dirty="0"/>
              <a:t>if </a:t>
            </a:r>
            <a:r>
              <a:rPr lang="en-IN" sz="2400" b="1" dirty="0"/>
              <a:t>i &gt; n, </a:t>
            </a:r>
            <a:r>
              <a:rPr lang="en-IN" sz="2400" dirty="0"/>
              <a:t>(true) </a:t>
            </a:r>
            <a:r>
              <a:rPr lang="en-US" sz="2400" dirty="0"/>
              <a:t>➡️ Go to </a:t>
            </a:r>
            <a:r>
              <a:rPr lang="en-US" sz="2400" b="1" i="1" dirty="0"/>
              <a:t>STEP 8</a:t>
            </a:r>
            <a:endParaRPr lang="en-IN" sz="2400" b="1" dirty="0"/>
          </a:p>
          <a:p>
            <a:pPr lvl="1"/>
            <a:r>
              <a:rPr lang="en-IN" sz="2400" b="1" i="1" dirty="0"/>
              <a:t>STEP 5: </a:t>
            </a:r>
            <a:r>
              <a:rPr lang="en-IN" sz="2400" dirty="0"/>
              <a:t>input </a:t>
            </a:r>
            <a:r>
              <a:rPr lang="en-IN" sz="2400" b="1" dirty="0"/>
              <a:t>number</a:t>
            </a:r>
          </a:p>
          <a:p>
            <a:pPr lvl="1"/>
            <a:r>
              <a:rPr lang="en-IN" sz="2400" b="1" i="1" dirty="0"/>
              <a:t>STEP 6: </a:t>
            </a:r>
            <a:r>
              <a:rPr lang="en-IN" sz="2400" b="1" dirty="0"/>
              <a:t>sum = sum + number</a:t>
            </a:r>
          </a:p>
          <a:p>
            <a:pPr lvl="1"/>
            <a:r>
              <a:rPr lang="en-IN" sz="2400" b="1" i="1" dirty="0"/>
              <a:t>STEP 7: </a:t>
            </a:r>
            <a:r>
              <a:rPr lang="en-IN" sz="2400" b="1" dirty="0"/>
              <a:t>i =  i + 1</a:t>
            </a:r>
            <a:r>
              <a:rPr lang="en-IN" sz="2400" dirty="0"/>
              <a:t>, </a:t>
            </a:r>
            <a:r>
              <a:rPr lang="en-US" sz="2400" dirty="0"/>
              <a:t>➡️ Go to </a:t>
            </a:r>
            <a:r>
              <a:rPr lang="en-US" sz="2400" b="1" i="1" dirty="0"/>
              <a:t>STEP 4</a:t>
            </a:r>
          </a:p>
          <a:p>
            <a:pPr lvl="1"/>
            <a:r>
              <a:rPr lang="en-US" sz="2400" b="1" i="1" dirty="0"/>
              <a:t>STEP 8: </a:t>
            </a:r>
            <a:r>
              <a:rPr lang="en-US" sz="2400" dirty="0"/>
              <a:t>Print </a:t>
            </a:r>
            <a:r>
              <a:rPr lang="en-US" sz="2400" b="1" dirty="0"/>
              <a:t>“sum”</a:t>
            </a:r>
          </a:p>
          <a:p>
            <a:pPr lvl="1"/>
            <a:r>
              <a:rPr lang="en-US" sz="2400" b="1" i="1" dirty="0"/>
              <a:t>STEP 9: </a:t>
            </a:r>
            <a:r>
              <a:rPr lang="en-US" sz="2400" dirty="0"/>
              <a:t>End</a:t>
            </a:r>
            <a:endParaRPr lang="en-IN" sz="2400" b="1" i="1" dirty="0"/>
          </a:p>
        </p:txBody>
      </p:sp>
    </p:spTree>
    <p:extLst>
      <p:ext uri="{BB962C8B-B14F-4D97-AF65-F5344CB8AC3E}">
        <p14:creationId xmlns:p14="http://schemas.microsoft.com/office/powerpoint/2010/main" val="2158749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37F00-EBE9-B617-6E93-CA304787C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2 – How a Java Program Runs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34581-3459-5713-9BAC-3AC16B768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65582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13E6A-4954-B1C4-DC61-44E5B08E0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0532"/>
          </a:xfrm>
        </p:spPr>
        <p:txBody>
          <a:bodyPr/>
          <a:lstStyle/>
          <a:p>
            <a:r>
              <a:rPr lang="en-US" b="1" dirty="0"/>
              <a:t>Program Execution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C3DE3-EFFD-76C7-826B-8CB26E22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29</a:t>
            </a:fld>
            <a:endParaRPr lang="en-IN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B008A38-C365-FAF2-3175-DE932E8B6B78}"/>
              </a:ext>
            </a:extLst>
          </p:cNvPr>
          <p:cNvGrpSpPr/>
          <p:nvPr/>
        </p:nvGrpSpPr>
        <p:grpSpPr>
          <a:xfrm>
            <a:off x="424260" y="1199887"/>
            <a:ext cx="11343480" cy="4458225"/>
            <a:chOff x="160541" y="1199878"/>
            <a:chExt cx="11343480" cy="445822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9BF28D6-E047-CD7B-9588-8BA1B14D293C}"/>
                </a:ext>
              </a:extLst>
            </p:cNvPr>
            <p:cNvGrpSpPr/>
            <p:nvPr/>
          </p:nvGrpSpPr>
          <p:grpSpPr>
            <a:xfrm>
              <a:off x="160541" y="2539787"/>
              <a:ext cx="1355317" cy="1778417"/>
              <a:chOff x="412954" y="1555326"/>
              <a:chExt cx="1533833" cy="207952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37AB5F7-6C57-EAD5-9727-F1F10E4E2266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724D4B-D609-69B5-6F90-C38B6D33561E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User code</a:t>
                </a:r>
              </a:p>
              <a:p>
                <a:pPr algn="ctr"/>
                <a:endParaRPr lang="en-US" b="1" dirty="0"/>
              </a:p>
              <a:p>
                <a:pPr algn="ctr"/>
                <a:r>
                  <a:rPr lang="en-US" b="1" dirty="0"/>
                  <a:t>(.java)</a:t>
                </a:r>
                <a:endParaRPr lang="en-IN" b="1" dirty="0"/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6FF0D80-8476-8A11-F3F1-7FD7F13B751E}"/>
                </a:ext>
              </a:extLst>
            </p:cNvPr>
            <p:cNvSpPr/>
            <p:nvPr/>
          </p:nvSpPr>
          <p:spPr>
            <a:xfrm>
              <a:off x="2060739" y="1199878"/>
              <a:ext cx="865239" cy="44582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C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O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M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P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I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L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E</a:t>
              </a:r>
            </a:p>
            <a:p>
              <a:pPr algn="ctr"/>
              <a:endParaRPr lang="en-US" b="1" dirty="0"/>
            </a:p>
            <a:p>
              <a:pPr algn="ctr"/>
              <a:r>
                <a:rPr lang="en-US" b="1" dirty="0"/>
                <a:t>R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00AC66C-E077-DFB4-96F6-B31C806D99D0}"/>
                </a:ext>
              </a:extLst>
            </p:cNvPr>
            <p:cNvGrpSpPr/>
            <p:nvPr/>
          </p:nvGrpSpPr>
          <p:grpSpPr>
            <a:xfrm>
              <a:off x="3470859" y="2522996"/>
              <a:ext cx="1173887" cy="1787574"/>
              <a:chOff x="412954" y="1555326"/>
              <a:chExt cx="1533833" cy="207952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A1E57B5-EC9F-598E-E63D-D3C55CF3D8BB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C59FF9C-6274-A710-2225-7F4825FD69AA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Byte Code</a:t>
                </a:r>
              </a:p>
              <a:p>
                <a:pPr algn="ctr"/>
                <a:endParaRPr lang="en-US" b="1" dirty="0"/>
              </a:p>
              <a:p>
                <a:pPr algn="ctr"/>
                <a:r>
                  <a:rPr lang="en-US" b="1" dirty="0"/>
                  <a:t>(.class)</a:t>
                </a:r>
                <a:endParaRPr lang="en-IN" b="1" dirty="0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7EFE019-70A4-4A25-BC20-A91F95D79695}"/>
                </a:ext>
              </a:extLst>
            </p:cNvPr>
            <p:cNvGrpSpPr/>
            <p:nvPr/>
          </p:nvGrpSpPr>
          <p:grpSpPr>
            <a:xfrm>
              <a:off x="5189627" y="2539777"/>
              <a:ext cx="1476812" cy="1778426"/>
              <a:chOff x="412954" y="1555326"/>
              <a:chExt cx="1533833" cy="2079522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5BCA644-50CA-8570-3607-EC9EAFDE8227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00BE10-7060-63D9-F12A-87A035657B01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J V M</a:t>
                </a:r>
                <a:endParaRPr lang="en-IN" b="1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EDBBCF6-4B58-7AE0-94EE-0CD6B84EBB3D}"/>
                </a:ext>
              </a:extLst>
            </p:cNvPr>
            <p:cNvGrpSpPr/>
            <p:nvPr/>
          </p:nvGrpSpPr>
          <p:grpSpPr>
            <a:xfrm>
              <a:off x="7211320" y="2428848"/>
              <a:ext cx="2271008" cy="2000304"/>
              <a:chOff x="412954" y="1555326"/>
              <a:chExt cx="1533833" cy="2079522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2669B5C-8C87-C711-38B9-E298A28E08DF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CD8F382-7297-F7B1-8FA1-59270B977CEF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Machine Understandable</a:t>
                </a:r>
              </a:p>
              <a:p>
                <a:pPr algn="ctr"/>
                <a:r>
                  <a:rPr lang="en-US" b="1" dirty="0"/>
                  <a:t>Format</a:t>
                </a:r>
                <a:endParaRPr lang="en-IN" b="1" dirty="0"/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3329E25-ADCF-1149-F5E4-8F9DE271D81D}"/>
                </a:ext>
              </a:extLst>
            </p:cNvPr>
            <p:cNvCxnSpPr>
              <a:cxnSpLocks/>
            </p:cNvCxnSpPr>
            <p:nvPr/>
          </p:nvCxnSpPr>
          <p:spPr>
            <a:xfrm>
              <a:off x="4644746" y="3438134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6236CD5-7F1D-908E-D894-EB83E1B2D191}"/>
                </a:ext>
              </a:extLst>
            </p:cNvPr>
            <p:cNvCxnSpPr>
              <a:cxnSpLocks/>
            </p:cNvCxnSpPr>
            <p:nvPr/>
          </p:nvCxnSpPr>
          <p:spPr>
            <a:xfrm>
              <a:off x="1515858" y="3416783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9ADE30D-BD2A-1BDD-AEED-F02830345DBA}"/>
                </a:ext>
              </a:extLst>
            </p:cNvPr>
            <p:cNvCxnSpPr>
              <a:cxnSpLocks/>
            </p:cNvCxnSpPr>
            <p:nvPr/>
          </p:nvCxnSpPr>
          <p:spPr>
            <a:xfrm>
              <a:off x="2925978" y="3438134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B855276-2669-C4C0-E96D-7155A08904DF}"/>
                </a:ext>
              </a:extLst>
            </p:cNvPr>
            <p:cNvCxnSpPr>
              <a:cxnSpLocks/>
            </p:cNvCxnSpPr>
            <p:nvPr/>
          </p:nvCxnSpPr>
          <p:spPr>
            <a:xfrm>
              <a:off x="6666439" y="3438134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196549A-FCA1-35E5-FE43-96B117FD3F53}"/>
                </a:ext>
              </a:extLst>
            </p:cNvPr>
            <p:cNvCxnSpPr>
              <a:cxnSpLocks/>
            </p:cNvCxnSpPr>
            <p:nvPr/>
          </p:nvCxnSpPr>
          <p:spPr>
            <a:xfrm>
              <a:off x="9482328" y="3444210"/>
              <a:ext cx="5448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4A8C91A-BFD7-0F22-881D-4F54C6334BD6}"/>
                </a:ext>
              </a:extLst>
            </p:cNvPr>
            <p:cNvGrpSpPr/>
            <p:nvPr/>
          </p:nvGrpSpPr>
          <p:grpSpPr>
            <a:xfrm>
              <a:off x="10027209" y="2527570"/>
              <a:ext cx="1476812" cy="1778426"/>
              <a:chOff x="412954" y="1555326"/>
              <a:chExt cx="1533833" cy="2079522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50C3D99-0FE8-1515-2F98-12F76E9460EA}"/>
                  </a:ext>
                </a:extLst>
              </p:cNvPr>
              <p:cNvSpPr/>
              <p:nvPr/>
            </p:nvSpPr>
            <p:spPr>
              <a:xfrm>
                <a:off x="412954" y="1555326"/>
                <a:ext cx="1533833" cy="207952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913D2BA-52B5-91CB-7165-DA8316C92E38}"/>
                  </a:ext>
                </a:extLst>
              </p:cNvPr>
              <p:cNvSpPr txBox="1"/>
              <p:nvPr/>
            </p:nvSpPr>
            <p:spPr>
              <a:xfrm>
                <a:off x="538315" y="2133422"/>
                <a:ext cx="1283110" cy="1403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b="1" dirty="0"/>
                  <a:t>OUTPUT</a:t>
                </a:r>
              </a:p>
              <a:p>
                <a:pPr algn="ctr"/>
                <a:endParaRPr lang="en-IN" b="1" dirty="0"/>
              </a:p>
              <a:p>
                <a:pPr algn="ctr"/>
                <a:r>
                  <a:rPr lang="en-IN" b="1" dirty="0"/>
                  <a:t>(Runs on Machine)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516786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14F63-093F-EB55-B6EA-075BB540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User code (.java file)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8772E-B581-336A-EAB6-AE5A8F1F3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1"/>
            <a:ext cx="10515600" cy="4773832"/>
          </a:xfrm>
        </p:spPr>
        <p:txBody>
          <a:bodyPr/>
          <a:lstStyle/>
          <a:p>
            <a:r>
              <a:rPr lang="en-US" dirty="0"/>
              <a:t>Code written by the developer / programmer in </a:t>
            </a:r>
            <a:r>
              <a:rPr lang="en-US" b="1" dirty="0"/>
              <a:t>Java language.</a:t>
            </a:r>
          </a:p>
          <a:p>
            <a:r>
              <a:rPr lang="en-US" dirty="0"/>
              <a:t>Saved with </a:t>
            </a:r>
            <a:r>
              <a:rPr lang="en-US" b="1" i="1" dirty="0"/>
              <a:t>.java </a:t>
            </a:r>
            <a:r>
              <a:rPr lang="en-US" dirty="0"/>
              <a:t>extension.</a:t>
            </a:r>
          </a:p>
          <a:p>
            <a:r>
              <a:rPr lang="en-US" dirty="0"/>
              <a:t>Example filename: </a:t>
            </a:r>
            <a:r>
              <a:rPr lang="en-US" b="1" i="1" dirty="0"/>
              <a:t>xyz.java</a:t>
            </a:r>
          </a:p>
          <a:p>
            <a:r>
              <a:rPr lang="en-US" b="1" dirty="0"/>
              <a:t>Human readable </a:t>
            </a:r>
            <a:r>
              <a:rPr lang="en-US" dirty="0"/>
              <a:t>but machine cannot directly understand or run it.</a:t>
            </a:r>
          </a:p>
          <a:p>
            <a:r>
              <a:rPr lang="en-US" dirty="0"/>
              <a:t>Cannot be directly fed to the machine – needs translation layers.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AFD2D-CD45-7519-6FBA-5396BAE4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7457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655D6-6ED0-D33E-A9DD-29B7B1A87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623C7-E631-4C14-8086-AD97A14A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Compiler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831F8-3270-8685-CD11-0E50BC2574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Compiler </a:t>
            </a:r>
            <a:r>
              <a:rPr lang="en-US" dirty="0"/>
              <a:t>is a translation layer that converts our human-readable Java source code (</a:t>
            </a:r>
            <a:r>
              <a:rPr lang="en-US" b="1" i="1" dirty="0"/>
              <a:t>.java</a:t>
            </a:r>
            <a:r>
              <a:rPr lang="en-US" i="1" dirty="0"/>
              <a:t> file</a:t>
            </a:r>
            <a:r>
              <a:rPr lang="en-US" dirty="0"/>
              <a:t>) into </a:t>
            </a:r>
            <a:r>
              <a:rPr lang="en-US" b="1" dirty="0"/>
              <a:t>Byte code </a:t>
            </a:r>
            <a:r>
              <a:rPr lang="en-US" dirty="0"/>
              <a:t>(</a:t>
            </a:r>
            <a:r>
              <a:rPr lang="en-US" b="1" i="1" dirty="0"/>
              <a:t>.class</a:t>
            </a:r>
            <a:r>
              <a:rPr lang="en-US" dirty="0"/>
              <a:t> file).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Input: </a:t>
            </a:r>
            <a:r>
              <a:rPr lang="en-US" dirty="0"/>
              <a:t>User code (</a:t>
            </a:r>
            <a:r>
              <a:rPr lang="en-US" b="1" i="1" dirty="0"/>
              <a:t>.java</a:t>
            </a:r>
            <a:r>
              <a:rPr lang="en-US" dirty="0"/>
              <a:t>)</a:t>
            </a:r>
          </a:p>
          <a:p>
            <a:r>
              <a:rPr lang="en-US" b="1" dirty="0"/>
              <a:t>Output: </a:t>
            </a:r>
            <a:r>
              <a:rPr lang="en-US" dirty="0"/>
              <a:t>Byte Code (</a:t>
            </a:r>
            <a:r>
              <a:rPr lang="en-US" b="1" i="1" dirty="0"/>
              <a:t>.class</a:t>
            </a:r>
            <a:r>
              <a:rPr lang="en-US" dirty="0"/>
              <a:t>)</a:t>
            </a:r>
          </a:p>
          <a:p>
            <a:r>
              <a:rPr lang="en-US" dirty="0"/>
              <a:t>It is </a:t>
            </a:r>
            <a:r>
              <a:rPr lang="en-US" b="1" dirty="0"/>
              <a:t>Layer 1</a:t>
            </a:r>
            <a:r>
              <a:rPr lang="en-US" dirty="0"/>
              <a:t> of translation.</a:t>
            </a:r>
          </a:p>
          <a:p>
            <a:r>
              <a:rPr lang="en-US" dirty="0"/>
              <a:t>Compiler support comes from </a:t>
            </a:r>
            <a:r>
              <a:rPr lang="en-US" b="1" dirty="0"/>
              <a:t>JDK</a:t>
            </a:r>
            <a:r>
              <a:rPr lang="en-US" dirty="0"/>
              <a:t>.</a:t>
            </a:r>
          </a:p>
          <a:p>
            <a:r>
              <a:rPr lang="en-US" dirty="0"/>
              <a:t>Does Not run the code – only converts it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  <a:r>
              <a:rPr lang="en-US" dirty="0"/>
              <a:t> We speak </a:t>
            </a:r>
            <a:r>
              <a:rPr lang="en-US" b="1" dirty="0"/>
              <a:t>Hindi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Compiler translates </a:t>
            </a:r>
            <a:r>
              <a:rPr lang="en-US" b="1" dirty="0">
                <a:sym typeface="Wingdings" panose="05000000000000000000" pitchFamily="2" charset="2"/>
              </a:rPr>
              <a:t>Hindi</a:t>
            </a:r>
            <a:r>
              <a:rPr lang="en-US" dirty="0">
                <a:sym typeface="Wingdings" panose="05000000000000000000" pitchFamily="2" charset="2"/>
              </a:rPr>
              <a:t> to </a:t>
            </a:r>
            <a:r>
              <a:rPr lang="en-US" b="1" dirty="0">
                <a:sym typeface="Wingdings" panose="05000000000000000000" pitchFamily="2" charset="2"/>
              </a:rPr>
              <a:t>English</a:t>
            </a:r>
            <a:r>
              <a:rPr lang="en-US" dirty="0">
                <a:sym typeface="Wingdings" panose="05000000000000000000" pitchFamily="2" charset="2"/>
              </a:rPr>
              <a:t> (intermediate language)  another layer translates </a:t>
            </a:r>
            <a:r>
              <a:rPr lang="en-US" b="1" dirty="0">
                <a:sym typeface="Wingdings" panose="05000000000000000000" pitchFamily="2" charset="2"/>
              </a:rPr>
              <a:t>English</a:t>
            </a:r>
            <a:r>
              <a:rPr lang="en-US" dirty="0">
                <a:sym typeface="Wingdings" panose="05000000000000000000" pitchFamily="2" charset="2"/>
              </a:rPr>
              <a:t> to </a:t>
            </a:r>
            <a:r>
              <a:rPr lang="en-US" b="1" dirty="0">
                <a:sym typeface="Wingdings" panose="05000000000000000000" pitchFamily="2" charset="2"/>
              </a:rPr>
              <a:t>French</a:t>
            </a:r>
            <a:r>
              <a:rPr lang="en-US" dirty="0">
                <a:sym typeface="Wingdings" panose="05000000000000000000" pitchFamily="2" charset="2"/>
              </a:rPr>
              <a:t> (Machine language)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EEB13-37A3-7CBF-8AB0-61095099D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71964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B96CE-1F10-4E7D-9508-4C439E05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A90E-11F4-5F54-DBB8-6FADE85B5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Byte Code (.class file)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2FC75-EAB9-9822-E15D-9963F2CA0B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Byte Code </a:t>
            </a:r>
            <a:r>
              <a:rPr lang="en-US" dirty="0"/>
              <a:t>is an intermediate format of code generated by the compiler that is neither </a:t>
            </a:r>
            <a:r>
              <a:rPr lang="en-US" b="1" dirty="0"/>
              <a:t>human-readable nor directly machine-readable.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Key Characteristics:</a:t>
            </a:r>
          </a:p>
          <a:p>
            <a:r>
              <a:rPr lang="en-US" dirty="0"/>
              <a:t>Saved with </a:t>
            </a:r>
            <a:r>
              <a:rPr lang="en-US" b="1" i="1" dirty="0"/>
              <a:t>.class</a:t>
            </a:r>
            <a:r>
              <a:rPr lang="en-US" dirty="0"/>
              <a:t> extension.</a:t>
            </a:r>
          </a:p>
          <a:p>
            <a:r>
              <a:rPr lang="en-US" dirty="0"/>
              <a:t>Neither humans nor machines can understand it directly.</a:t>
            </a:r>
          </a:p>
          <a:p>
            <a:r>
              <a:rPr lang="en-US" dirty="0"/>
              <a:t>But it is </a:t>
            </a:r>
            <a:r>
              <a:rPr lang="en-US" b="1" dirty="0"/>
              <a:t>Platform Independent ✅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1F44-15AF-3534-A179-FFE170AF3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58892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74A0-A5C8-2C60-B670-DBE665D05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46470-E528-B993-8E1E-0BF2CA959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Byte Code (.class file)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D64D4-B2F0-69E9-D328-9A0320035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Platform independence – What does it means?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93BAE-BCAC-5F69-F441-414BCA1E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33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06A3E2-B439-67F8-9E46-DD7C063713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249425"/>
              </p:ext>
            </p:extLst>
          </p:nvPr>
        </p:nvGraphicFramePr>
        <p:xfrm>
          <a:off x="838200" y="2501900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55013836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149661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Operating System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Can Byte Code Runs?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719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Windows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141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Mac OS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044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Linux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6295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Any OS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(via JVM)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28184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0D9D08-DF3F-F06E-6928-E7D00043D3E6}"/>
              </a:ext>
            </a:extLst>
          </p:cNvPr>
          <p:cNvSpPr txBox="1"/>
          <p:nvPr/>
        </p:nvSpPr>
        <p:spPr>
          <a:xfrm>
            <a:off x="838200" y="4808539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Point: </a:t>
            </a:r>
            <a:r>
              <a:rPr lang="en-US" dirty="0"/>
              <a:t>The SAME byte code can run on ANY operating system using JVM – this is what makes Java “</a:t>
            </a:r>
            <a:r>
              <a:rPr lang="en-US" b="1" dirty="0"/>
              <a:t>Write Once, Run Anywhere”.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8784968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24997-781A-0A95-8D03-87E6C6176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71E01-3DD5-EA94-56EA-5DBCA35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JVM (Java Virtual Machine)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BFC4E-72E8-E4FA-033D-C64128D3B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JVM (Java Virtual Machine) </a:t>
            </a:r>
            <a:r>
              <a:rPr lang="en-US" dirty="0"/>
              <a:t>is a software that takes Byte Code as input, converts it into </a:t>
            </a:r>
            <a:r>
              <a:rPr lang="en-US" b="1" dirty="0"/>
              <a:t>Machine Understandable Format,</a:t>
            </a:r>
            <a:r>
              <a:rPr lang="en-US" dirty="0"/>
              <a:t> and </a:t>
            </a:r>
            <a:r>
              <a:rPr lang="en-US" b="1" dirty="0"/>
              <a:t>executes / runs</a:t>
            </a:r>
            <a:r>
              <a:rPr lang="en-US" dirty="0"/>
              <a:t> it on our machine.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Two Jobs of JVM:</a:t>
            </a:r>
          </a:p>
          <a:p>
            <a:r>
              <a:rPr lang="en-US" b="1" dirty="0"/>
              <a:t>Translation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Converts Byte Code  Machine Understandable Format.</a:t>
            </a:r>
          </a:p>
          <a:p>
            <a:r>
              <a:rPr lang="en-US" b="1" dirty="0">
                <a:sym typeface="Wingdings" panose="05000000000000000000" pitchFamily="2" charset="2"/>
              </a:rPr>
              <a:t>Execution</a:t>
            </a:r>
            <a:r>
              <a:rPr lang="en-US" dirty="0">
                <a:sym typeface="Wingdings" panose="05000000000000000000" pitchFamily="2" charset="2"/>
              </a:rPr>
              <a:t>  Runs that Machine Understandable code on our machine.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46F3A-EF3B-D270-ABF3-BE93BE305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7885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64BDC-B7C2-0BB9-A074-4A87D074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2CCB-CE05-EAD8-C81B-F5F4D22FD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JVM (Java Virtual Machine)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285EE-B7DB-B6AD-59EB-F36094DF6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Key Points:</a:t>
            </a:r>
          </a:p>
          <a:p>
            <a:r>
              <a:rPr lang="en-US" dirty="0"/>
              <a:t>Without JVM, Java program </a:t>
            </a:r>
            <a:r>
              <a:rPr lang="en-US" b="1" dirty="0"/>
              <a:t>cannot run</a:t>
            </a:r>
            <a:r>
              <a:rPr lang="en-US" dirty="0"/>
              <a:t> – period.</a:t>
            </a:r>
          </a:p>
          <a:p>
            <a:r>
              <a:rPr lang="en-US" dirty="0"/>
              <a:t>JVM is </a:t>
            </a:r>
            <a:r>
              <a:rPr lang="en-US" b="1" dirty="0"/>
              <a:t>platform dependent</a:t>
            </a:r>
            <a:r>
              <a:rPr lang="en-US" dirty="0"/>
              <a:t> (different JVM for Windows / Mac / Linux).</a:t>
            </a:r>
          </a:p>
          <a:p>
            <a:r>
              <a:rPr lang="en-US" dirty="0"/>
              <a:t>But Byte Code is </a:t>
            </a:r>
            <a:r>
              <a:rPr lang="en-US" b="1" dirty="0"/>
              <a:t>platform independent</a:t>
            </a:r>
            <a:r>
              <a:rPr lang="en-US" dirty="0"/>
              <a:t> – same byte code, different JVMs.</a:t>
            </a:r>
          </a:p>
          <a:p>
            <a:r>
              <a:rPr lang="en-US" dirty="0"/>
              <a:t>JVM is a component inside </a:t>
            </a:r>
            <a:r>
              <a:rPr lang="en-US" b="1" dirty="0"/>
              <a:t>JRE.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Analogy: </a:t>
            </a:r>
            <a:endParaRPr lang="en-US" dirty="0"/>
          </a:p>
          <a:p>
            <a:r>
              <a:rPr lang="en-US" dirty="0"/>
              <a:t>Compiler = Hindi to English translator.</a:t>
            </a:r>
          </a:p>
          <a:p>
            <a:r>
              <a:rPr lang="en-US" dirty="0"/>
              <a:t>JVM = English to French translator + person who delivers the message.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0FB05-2D94-AD82-A9E7-62EEACD11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15771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607C4-FC94-722E-C259-6E6C4BF74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DC330-8869-43D3-5A5E-6A99054DE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JRE (Java Runtime Environment)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238BC-D905-3F01-1D6D-E35105528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JRE (Java Runtime Environment) </a:t>
            </a:r>
            <a:r>
              <a:rPr lang="en-US" dirty="0"/>
              <a:t>is a combination of </a:t>
            </a:r>
            <a:r>
              <a:rPr lang="en-US" b="1" dirty="0"/>
              <a:t>JVM + Libraries.</a:t>
            </a:r>
            <a:r>
              <a:rPr lang="en-US" dirty="0"/>
              <a:t> It provides the environment needed to </a:t>
            </a:r>
            <a:r>
              <a:rPr lang="en-US" b="1" dirty="0"/>
              <a:t>run</a:t>
            </a:r>
            <a:r>
              <a:rPr lang="en-US" dirty="0"/>
              <a:t> Java applications.</a:t>
            </a:r>
          </a:p>
          <a:p>
            <a:pPr marL="0" indent="0">
              <a:buNone/>
            </a:pPr>
            <a:endParaRPr lang="en-US" b="1" dirty="0"/>
          </a:p>
          <a:p>
            <a:pPr marL="0" indent="0" algn="ctr">
              <a:buNone/>
            </a:pPr>
            <a:r>
              <a:rPr lang="en-US" b="1" dirty="0"/>
              <a:t>JRE = JVM + Libraries</a:t>
            </a:r>
          </a:p>
          <a:p>
            <a:pPr marL="0" indent="0" algn="just">
              <a:buNone/>
            </a:pPr>
            <a:r>
              <a:rPr lang="en-US" b="1" dirty="0"/>
              <a:t>What are Libraries ?</a:t>
            </a:r>
          </a:p>
          <a:p>
            <a:pPr algn="just"/>
            <a:r>
              <a:rPr lang="en-US" b="1" dirty="0"/>
              <a:t>Pre-written code</a:t>
            </a:r>
            <a:r>
              <a:rPr lang="en-US" dirty="0"/>
              <a:t> that Java provides out of the box.</a:t>
            </a:r>
          </a:p>
          <a:p>
            <a:pPr algn="just"/>
            <a:r>
              <a:rPr lang="en-US" dirty="0"/>
              <a:t>Used for common tasks like:</a:t>
            </a:r>
          </a:p>
          <a:p>
            <a:pPr lvl="1" algn="just"/>
            <a:r>
              <a:rPr lang="en-US" dirty="0"/>
              <a:t>Printing Output (</a:t>
            </a:r>
            <a:r>
              <a:rPr lang="en-US" b="1" i="1" dirty="0"/>
              <a:t>system.out.println)</a:t>
            </a:r>
          </a:p>
          <a:p>
            <a:pPr lvl="1" algn="just"/>
            <a:r>
              <a:rPr lang="en-US" dirty="0"/>
              <a:t>Taking input (</a:t>
            </a:r>
            <a:r>
              <a:rPr lang="en-US" b="1" i="1" dirty="0"/>
              <a:t>Scanner</a:t>
            </a:r>
            <a:r>
              <a:rPr lang="en-US" dirty="0"/>
              <a:t>).</a:t>
            </a:r>
          </a:p>
          <a:p>
            <a:pPr lvl="1" algn="just"/>
            <a:r>
              <a:rPr lang="en-US" dirty="0"/>
              <a:t>Math operations, String handling, etc.</a:t>
            </a:r>
          </a:p>
          <a:p>
            <a:pPr algn="just"/>
            <a:r>
              <a:rPr lang="en-US" dirty="0"/>
              <a:t>We don’t write this code ourself – it’s already written &amp; available.</a:t>
            </a:r>
          </a:p>
          <a:p>
            <a:pPr algn="just"/>
            <a:r>
              <a:rPr lang="en-US" dirty="0"/>
              <a:t>Example: </a:t>
            </a:r>
            <a:r>
              <a:rPr lang="en-US" b="1" i="1" dirty="0"/>
              <a:t>System.out.println()</a:t>
            </a:r>
            <a:r>
              <a:rPr lang="en-US" dirty="0"/>
              <a:t> – the logic for printing is inside a library.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3060C-648B-A7DA-888C-C7C70C8E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7480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6727F-7227-A3B9-EC77-75F81D1A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87CE-B9C2-CE4D-093E-BE80E28D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JRE (Java Runtime Environment)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A77DA-36CB-D43B-EF67-67E348B1F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37</a:t>
            </a:fld>
            <a:endParaRPr lang="en-IN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4EFCE1F-F559-F44B-4098-F75FAB31EF4D}"/>
              </a:ext>
            </a:extLst>
          </p:cNvPr>
          <p:cNvGrpSpPr/>
          <p:nvPr/>
        </p:nvGrpSpPr>
        <p:grpSpPr>
          <a:xfrm>
            <a:off x="2398986" y="1671145"/>
            <a:ext cx="7394027" cy="4685205"/>
            <a:chOff x="2398986" y="1671145"/>
            <a:chExt cx="7394027" cy="46852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D9FBF3E-6458-0604-DD0C-4E50058BE575}"/>
                </a:ext>
              </a:extLst>
            </p:cNvPr>
            <p:cNvSpPr/>
            <p:nvPr/>
          </p:nvSpPr>
          <p:spPr>
            <a:xfrm>
              <a:off x="2398986" y="1671145"/>
              <a:ext cx="7394027" cy="468520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3AF2D23-EB53-F201-FB79-B906C6FA0F11}"/>
                </a:ext>
              </a:extLst>
            </p:cNvPr>
            <p:cNvGrpSpPr/>
            <p:nvPr/>
          </p:nvGrpSpPr>
          <p:grpSpPr>
            <a:xfrm>
              <a:off x="2853559" y="4311868"/>
              <a:ext cx="2932386" cy="1749973"/>
              <a:chOff x="2853559" y="4311868"/>
              <a:chExt cx="2932386" cy="1749973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5B6375E-A1DF-5526-76A2-7A672458F1D2}"/>
                  </a:ext>
                </a:extLst>
              </p:cNvPr>
              <p:cNvSpPr/>
              <p:nvPr/>
            </p:nvSpPr>
            <p:spPr>
              <a:xfrm>
                <a:off x="2853559" y="4311868"/>
                <a:ext cx="2932386" cy="174997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223D0C-0828-A961-90F7-927D978D949C}"/>
                  </a:ext>
                </a:extLst>
              </p:cNvPr>
              <p:cNvSpPr txBox="1"/>
              <p:nvPr/>
            </p:nvSpPr>
            <p:spPr>
              <a:xfrm>
                <a:off x="2936328" y="4635062"/>
                <a:ext cx="2723494" cy="1015663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JVM</a:t>
                </a:r>
              </a:p>
              <a:p>
                <a:pPr algn="ctr"/>
                <a:endParaRPr lang="en-US" sz="2000" b="1" dirty="0">
                  <a:solidFill>
                    <a:srgbClr val="0070C0"/>
                  </a:solidFill>
                </a:endParaRPr>
              </a:p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(Java Virtual Machine)</a:t>
                </a:r>
                <a:endParaRPr lang="en-IN" sz="2000" b="1" dirty="0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8F730AD-9F6A-E5FB-3887-7C4E7B04C8EF}"/>
                </a:ext>
              </a:extLst>
            </p:cNvPr>
            <p:cNvGrpSpPr/>
            <p:nvPr/>
          </p:nvGrpSpPr>
          <p:grpSpPr>
            <a:xfrm>
              <a:off x="6323286" y="4311867"/>
              <a:ext cx="2932386" cy="1749973"/>
              <a:chOff x="2853559" y="4311868"/>
              <a:chExt cx="2932386" cy="1749973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86A6898-F5BE-88C5-20A1-ABF270A60B49}"/>
                  </a:ext>
                </a:extLst>
              </p:cNvPr>
              <p:cNvSpPr/>
              <p:nvPr/>
            </p:nvSpPr>
            <p:spPr>
              <a:xfrm>
                <a:off x="2853559" y="4311868"/>
                <a:ext cx="2932386" cy="174997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AC8CEF-6AAB-A0E5-684B-7DEAC011A460}"/>
                  </a:ext>
                </a:extLst>
              </p:cNvPr>
              <p:cNvSpPr txBox="1"/>
              <p:nvPr/>
            </p:nvSpPr>
            <p:spPr>
              <a:xfrm>
                <a:off x="2936330" y="4986798"/>
                <a:ext cx="2737944" cy="4001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Libraries</a:t>
                </a:r>
                <a:endParaRPr lang="en-IN" sz="2000" b="1" dirty="0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77D049-B84B-42B4-080A-84761FAFFF26}"/>
                </a:ext>
              </a:extLst>
            </p:cNvPr>
            <p:cNvSpPr txBox="1"/>
            <p:nvPr/>
          </p:nvSpPr>
          <p:spPr>
            <a:xfrm>
              <a:off x="3712121" y="2393400"/>
              <a:ext cx="476775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JRE</a:t>
              </a:r>
            </a:p>
            <a:p>
              <a:pPr algn="ctr"/>
              <a:r>
                <a:rPr lang="en-US" sz="2800" b="1" dirty="0"/>
                <a:t>(Java Runtime Environment)</a:t>
              </a:r>
              <a:endParaRPr lang="en-IN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719026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4669-F04A-188B-71E3-EC838929D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F8960-CEA7-BC5F-36EE-0DBFEC977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JDK (Java Development Kit)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1F985-E28E-ACA4-713F-7884D971B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3130"/>
            <a:ext cx="10515600" cy="49532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JDK (Java Development Kit) </a:t>
            </a:r>
            <a:r>
              <a:rPr lang="en-US" dirty="0"/>
              <a:t>is the complete package that allows us to both </a:t>
            </a:r>
            <a:r>
              <a:rPr lang="en-US" b="1" dirty="0"/>
              <a:t>develop</a:t>
            </a:r>
            <a:r>
              <a:rPr lang="en-US" dirty="0"/>
              <a:t> and </a:t>
            </a:r>
            <a:r>
              <a:rPr lang="en-US" b="1" dirty="0"/>
              <a:t>run</a:t>
            </a:r>
            <a:r>
              <a:rPr lang="en-US" dirty="0"/>
              <a:t> Java applications. It contains JRE + development tools.</a:t>
            </a:r>
          </a:p>
          <a:p>
            <a:pPr marL="0" indent="0" algn="ctr">
              <a:buNone/>
            </a:pPr>
            <a:r>
              <a:rPr lang="en-US" b="1" dirty="0"/>
              <a:t>JDK = JRE + Development Tools</a:t>
            </a:r>
          </a:p>
          <a:p>
            <a:pPr marL="0" indent="0" algn="ctr">
              <a:buNone/>
            </a:pPr>
            <a:r>
              <a:rPr lang="en-US" b="1" dirty="0"/>
              <a:t>JRE = JVM + Libraries + Compiler + Debugger + Other Utilities</a:t>
            </a:r>
          </a:p>
          <a:p>
            <a:pPr marL="0" indent="0" algn="just">
              <a:buNone/>
            </a:pPr>
            <a:endParaRPr lang="en-US" b="1" dirty="0"/>
          </a:p>
          <a:p>
            <a:pPr marL="0" indent="0" algn="just">
              <a:buNone/>
            </a:pPr>
            <a:r>
              <a:rPr lang="en-US" b="1" dirty="0"/>
              <a:t>What’s inside JDK: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19972-0DCD-BC4D-7BD3-FBF4343D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38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638F60-ED3B-634A-27DF-6EAFC9712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829043"/>
              </p:ext>
            </p:extLst>
          </p:nvPr>
        </p:nvGraphicFramePr>
        <p:xfrm>
          <a:off x="838200" y="4684712"/>
          <a:ext cx="93218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945">
                  <a:extLst>
                    <a:ext uri="{9D8B030D-6E8A-4147-A177-3AD203B41FA5}">
                      <a16:colId xmlns:a16="http://schemas.microsoft.com/office/drawing/2014/main" val="4006535923"/>
                    </a:ext>
                  </a:extLst>
                </a:gridCol>
                <a:gridCol w="6202855">
                  <a:extLst>
                    <a:ext uri="{9D8B030D-6E8A-4147-A177-3AD203B41FA5}">
                      <a16:colId xmlns:a16="http://schemas.microsoft.com/office/drawing/2014/main" val="20927441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Tool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Purpose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035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Converts </a:t>
                      </a:r>
                      <a:r>
                        <a:rPr lang="en-US" b="1" i="1" dirty="0"/>
                        <a:t>.java</a:t>
                      </a:r>
                      <a:r>
                        <a:rPr lang="en-US" b="0" i="0" dirty="0"/>
                        <a:t> to </a:t>
                      </a:r>
                      <a:r>
                        <a:rPr lang="en-US" b="1" i="1" dirty="0"/>
                        <a:t>.class</a:t>
                      </a:r>
                      <a:r>
                        <a:rPr lang="en-US" b="0" i="0" dirty="0"/>
                        <a:t> (Byte Code)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443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Debugger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Helps find &amp; fix error in code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3029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Contains JVM + Libraires to run program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730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Other Utilities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Additional development tools.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92582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01185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16424-C5ED-E3F4-BAE3-C69489787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EB613-3A64-7087-4B12-BEEC3A83F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7647"/>
          </a:xfrm>
        </p:spPr>
        <p:txBody>
          <a:bodyPr/>
          <a:lstStyle/>
          <a:p>
            <a:r>
              <a:rPr lang="en-US" b="1" dirty="0"/>
              <a:t>JDK (Java Development Kit)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36311-6453-45FE-5C53-4EC1C9DC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39</a:t>
            </a:fld>
            <a:endParaRPr lang="en-I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0D1790-E98F-0817-CA7B-29146FCB69E9}"/>
              </a:ext>
            </a:extLst>
          </p:cNvPr>
          <p:cNvGrpSpPr/>
          <p:nvPr/>
        </p:nvGrpSpPr>
        <p:grpSpPr>
          <a:xfrm>
            <a:off x="1658006" y="1513490"/>
            <a:ext cx="8875987" cy="5207985"/>
            <a:chOff x="1686910" y="1513490"/>
            <a:chExt cx="8875987" cy="520798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88FA742-0405-2898-4037-3777402EA14C}"/>
                </a:ext>
              </a:extLst>
            </p:cNvPr>
            <p:cNvSpPr/>
            <p:nvPr/>
          </p:nvSpPr>
          <p:spPr>
            <a:xfrm>
              <a:off x="1686910" y="1513490"/>
              <a:ext cx="8875987" cy="5207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90B383A-DACA-3148-AFE4-DD6755244BE2}"/>
                </a:ext>
              </a:extLst>
            </p:cNvPr>
            <p:cNvGrpSpPr/>
            <p:nvPr/>
          </p:nvGrpSpPr>
          <p:grpSpPr>
            <a:xfrm>
              <a:off x="2049518" y="2727433"/>
              <a:ext cx="7993116" cy="3765441"/>
              <a:chOff x="2398986" y="1671145"/>
              <a:chExt cx="7394027" cy="46852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C19E1C1-488F-2F08-C560-503920073878}"/>
                  </a:ext>
                </a:extLst>
              </p:cNvPr>
              <p:cNvSpPr/>
              <p:nvPr/>
            </p:nvSpPr>
            <p:spPr>
              <a:xfrm>
                <a:off x="2398986" y="1671145"/>
                <a:ext cx="7394027" cy="468520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A390F50-F4AD-366B-B5C7-A01417E5B86C}"/>
                  </a:ext>
                </a:extLst>
              </p:cNvPr>
              <p:cNvGrpSpPr/>
              <p:nvPr/>
            </p:nvGrpSpPr>
            <p:grpSpPr>
              <a:xfrm>
                <a:off x="2853559" y="4311868"/>
                <a:ext cx="2932386" cy="1749973"/>
                <a:chOff x="2853559" y="4311868"/>
                <a:chExt cx="2932386" cy="1749973"/>
              </a:xfrm>
              <a:solidFill>
                <a:schemeClr val="accent2">
                  <a:lumMod val="60000"/>
                  <a:lumOff val="40000"/>
                </a:schemeClr>
              </a:solidFill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62A152F-A82B-AF41-2F19-F9455EE8042C}"/>
                    </a:ext>
                  </a:extLst>
                </p:cNvPr>
                <p:cNvSpPr/>
                <p:nvPr/>
              </p:nvSpPr>
              <p:spPr>
                <a:xfrm>
                  <a:off x="2853559" y="4311868"/>
                  <a:ext cx="2932386" cy="174997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488A8B0-43FD-0751-70CC-FAE6407510E3}"/>
                    </a:ext>
                  </a:extLst>
                </p:cNvPr>
                <p:cNvSpPr txBox="1"/>
                <p:nvPr/>
              </p:nvSpPr>
              <p:spPr>
                <a:xfrm>
                  <a:off x="2936328" y="4635062"/>
                  <a:ext cx="2723494" cy="1015663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0070C0"/>
                      </a:solidFill>
                    </a:rPr>
                    <a:t>JVM</a:t>
                  </a:r>
                </a:p>
                <a:p>
                  <a:pPr algn="ctr"/>
                  <a:endParaRPr lang="en-US" sz="2000" b="1" dirty="0">
                    <a:solidFill>
                      <a:srgbClr val="0070C0"/>
                    </a:solidFill>
                  </a:endParaRPr>
                </a:p>
                <a:p>
                  <a:pPr algn="ctr"/>
                  <a:r>
                    <a:rPr lang="en-US" sz="2000" b="1" dirty="0">
                      <a:solidFill>
                        <a:srgbClr val="0070C0"/>
                      </a:solidFill>
                    </a:rPr>
                    <a:t>(Java Virtual Machine)</a:t>
                  </a:r>
                  <a:endParaRPr lang="en-IN" sz="2000" b="1" dirty="0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9164860-BFB0-DECB-8952-61854DFC351C}"/>
                  </a:ext>
                </a:extLst>
              </p:cNvPr>
              <p:cNvGrpSpPr/>
              <p:nvPr/>
            </p:nvGrpSpPr>
            <p:grpSpPr>
              <a:xfrm>
                <a:off x="6323286" y="4311867"/>
                <a:ext cx="2932386" cy="1749973"/>
                <a:chOff x="2853559" y="4311868"/>
                <a:chExt cx="2932386" cy="1749973"/>
              </a:xfrm>
              <a:solidFill>
                <a:schemeClr val="accent2">
                  <a:lumMod val="60000"/>
                  <a:lumOff val="40000"/>
                </a:schemeClr>
              </a:solidFill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A2FD661F-5A0F-F252-D896-B46575B8CE59}"/>
                    </a:ext>
                  </a:extLst>
                </p:cNvPr>
                <p:cNvSpPr/>
                <p:nvPr/>
              </p:nvSpPr>
              <p:spPr>
                <a:xfrm>
                  <a:off x="2853559" y="4311868"/>
                  <a:ext cx="2932386" cy="174997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C728DF4-189B-8B1C-9D0E-F466AFAFC5EB}"/>
                    </a:ext>
                  </a:extLst>
                </p:cNvPr>
                <p:cNvSpPr txBox="1"/>
                <p:nvPr/>
              </p:nvSpPr>
              <p:spPr>
                <a:xfrm>
                  <a:off x="2936330" y="4986798"/>
                  <a:ext cx="2737944" cy="400110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0070C0"/>
                      </a:solidFill>
                    </a:rPr>
                    <a:t>Libraries</a:t>
                  </a:r>
                  <a:endParaRPr lang="en-IN" sz="2000" b="1" dirty="0">
                    <a:solidFill>
                      <a:srgbClr val="0070C0"/>
                    </a:solidFill>
                  </a:endParaRPr>
                </a:p>
              </p:txBody>
            </p: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8012692-1F79-D3CE-95FF-9706C5A0FF44}"/>
                  </a:ext>
                </a:extLst>
              </p:cNvPr>
              <p:cNvSpPr txBox="1"/>
              <p:nvPr/>
            </p:nvSpPr>
            <p:spPr>
              <a:xfrm>
                <a:off x="3712121" y="2393400"/>
                <a:ext cx="4767756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JRE</a:t>
                </a:r>
              </a:p>
              <a:p>
                <a:pPr algn="ctr"/>
                <a:r>
                  <a:rPr lang="en-US" sz="2800" b="1" dirty="0"/>
                  <a:t>(Java Runtime Environment)</a:t>
                </a:r>
                <a:endParaRPr lang="en-IN" sz="2800" b="1" dirty="0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1D7C01-1466-EE83-CD83-77A217244C06}"/>
                </a:ext>
              </a:extLst>
            </p:cNvPr>
            <p:cNvSpPr txBox="1"/>
            <p:nvPr/>
          </p:nvSpPr>
          <p:spPr>
            <a:xfrm>
              <a:off x="3208283" y="1610848"/>
              <a:ext cx="567558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JDK</a:t>
              </a:r>
            </a:p>
            <a:p>
              <a:pPr algn="ctr"/>
              <a:r>
                <a:rPr lang="en-US" sz="3200" b="1" dirty="0"/>
                <a:t>Java Development Kit)</a:t>
              </a:r>
              <a:endParaRPr lang="en-IN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7959307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8605-9A23-9383-4F11-EDA16344F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2 -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55BDE-EC9D-E7A5-2968-A125560F4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JIT Compilation &amp; how does JVM use it for Optimization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C8269-6273-57D9-8F91-0C3BDCC3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60980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1A22-2521-6DE6-5499-C8C6FE6DB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7FDBA-0B15-0641-CB0C-1F3E25FCD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2 -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8CE73-81F9-CC6A-7E25-55E25E106C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Compiler vs Interpreter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31AECE-B160-970A-F5D6-311443B5C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2214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5BF79-0EAA-DDFC-06D5-D9B73D7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7CB05-8007-E605-59C0-3B7EF4A05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2 -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F8B39-93A4-5275-9135-05FA527D6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Is Java Compiled, Interpreted, or both ?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8D802-1105-FC2B-5D07-C58A1E349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59620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721FF-83C0-ABE5-9A70-593454F89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C11C9-28AB-3ED4-DD3B-78FE695C0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3 – IDE Setup for Coding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5B572-1A35-2087-D3CE-E9AFF741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0198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36B50-11DC-08F8-D0C4-6E4EE6285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24BE8-B41C-78F1-049C-10A9ACE8B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Ways to write JavaScript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B53DC-B8D0-A43A-B224-EA573CA24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b="1" dirty="0"/>
              <a:t>Online Compiler</a:t>
            </a:r>
            <a:r>
              <a:rPr lang="en-US" dirty="0"/>
              <a:t> (quick, no setup needed)</a:t>
            </a:r>
          </a:p>
          <a:p>
            <a:pPr marL="514350" indent="-514350">
              <a:buAutoNum type="arabicPeriod"/>
            </a:pPr>
            <a:r>
              <a:rPr lang="en-US" b="1" dirty="0"/>
              <a:t>IntelliJ IDEA </a:t>
            </a:r>
            <a:r>
              <a:rPr lang="en-US" dirty="0"/>
              <a:t>(professional IDE used in companies)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B332D-09B8-B813-2866-27ED3E6E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7888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0D52B-C896-A0F4-2746-608A179B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101FD-C007-DC07-1BAB-11522D44C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1: Online Compiler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9D787-FF32-6D96-39B3-BE35E5BFC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2"/>
            <a:ext cx="10515600" cy="489015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What is it ?</a:t>
            </a:r>
          </a:p>
          <a:p>
            <a:r>
              <a:rPr lang="en-US" dirty="0"/>
              <a:t>A </a:t>
            </a:r>
            <a:r>
              <a:rPr lang="en-US" b="1" dirty="0"/>
              <a:t>browser-based compiler</a:t>
            </a:r>
            <a:r>
              <a:rPr lang="en-US" dirty="0"/>
              <a:t> – no installation needed.</a:t>
            </a:r>
          </a:p>
          <a:p>
            <a:r>
              <a:rPr lang="en-US" dirty="0"/>
              <a:t>Built by CodeHelp team themselves.</a:t>
            </a:r>
          </a:p>
          <a:p>
            <a:r>
              <a:rPr lang="en-US" dirty="0"/>
              <a:t>Write code </a:t>
            </a:r>
            <a:r>
              <a:rPr lang="en-US" dirty="0">
                <a:sym typeface="Wingdings" panose="05000000000000000000" pitchFamily="2" charset="2"/>
              </a:rPr>
              <a:t> See output, all in one place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b="1" dirty="0">
                <a:sym typeface="Wingdings" panose="05000000000000000000" pitchFamily="2" charset="2"/>
              </a:rPr>
              <a:t>How to use:</a:t>
            </a:r>
          </a:p>
          <a:p>
            <a:r>
              <a:rPr lang="en-US" b="1" dirty="0">
                <a:sym typeface="Wingdings" panose="05000000000000000000" pitchFamily="2" charset="2"/>
              </a:rPr>
              <a:t>STEP 1: </a:t>
            </a:r>
            <a:r>
              <a:rPr lang="en-US" dirty="0">
                <a:sym typeface="Wingdings" panose="05000000000000000000" pitchFamily="2" charset="2"/>
              </a:rPr>
              <a:t>Go to CodeHelp website</a:t>
            </a:r>
          </a:p>
          <a:p>
            <a:r>
              <a:rPr lang="en-US" b="1" dirty="0">
                <a:sym typeface="Wingdings" panose="05000000000000000000" pitchFamily="2" charset="2"/>
              </a:rPr>
              <a:t>STEP 2: </a:t>
            </a:r>
            <a:r>
              <a:rPr lang="en-US" dirty="0">
                <a:sym typeface="Wingdings" panose="05000000000000000000" pitchFamily="2" charset="2"/>
              </a:rPr>
              <a:t>Navigate to  Explore  Quick Compiler</a:t>
            </a:r>
          </a:p>
          <a:p>
            <a:r>
              <a:rPr lang="en-US" b="1" dirty="0">
                <a:sym typeface="Wingdings" panose="05000000000000000000" pitchFamily="2" charset="2"/>
              </a:rPr>
              <a:t>STEP 3: </a:t>
            </a:r>
            <a:r>
              <a:rPr lang="en-US" dirty="0">
                <a:sym typeface="Wingdings" panose="05000000000000000000" pitchFamily="2" charset="2"/>
              </a:rPr>
              <a:t>Select language  Java</a:t>
            </a:r>
          </a:p>
          <a:p>
            <a:r>
              <a:rPr lang="en-US" b="1" dirty="0">
                <a:sym typeface="Wingdings" panose="05000000000000000000" pitchFamily="2" charset="2"/>
              </a:rPr>
              <a:t>STEP 4: </a:t>
            </a:r>
            <a:r>
              <a:rPr lang="en-US" dirty="0">
                <a:sym typeface="Wingdings" panose="05000000000000000000" pitchFamily="2" charset="2"/>
              </a:rPr>
              <a:t>Write your Java code in the code window.</a:t>
            </a:r>
          </a:p>
          <a:p>
            <a:r>
              <a:rPr lang="en-US" b="1" dirty="0">
                <a:sym typeface="Wingdings" panose="05000000000000000000" pitchFamily="2" charset="2"/>
              </a:rPr>
              <a:t>STEP 5: </a:t>
            </a:r>
            <a:r>
              <a:rPr lang="en-US" dirty="0">
                <a:sym typeface="Wingdings" panose="05000000000000000000" pitchFamily="2" charset="2"/>
              </a:rPr>
              <a:t>Provide input (if needed) in input window.</a:t>
            </a:r>
          </a:p>
          <a:p>
            <a:r>
              <a:rPr lang="en-US" b="1" dirty="0">
                <a:sym typeface="Wingdings" panose="05000000000000000000" pitchFamily="2" charset="2"/>
              </a:rPr>
              <a:t>STEP 6: </a:t>
            </a:r>
            <a:r>
              <a:rPr lang="en-US" dirty="0">
                <a:sym typeface="Wingdings" panose="05000000000000000000" pitchFamily="2" charset="2"/>
              </a:rPr>
              <a:t>Click Run  Output appears in output window.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6EF2-FACD-239F-B32E-42F19F4C6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57554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D9000-85B6-9A8F-1F2B-66636A0CD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EF2DC-1185-C5E0-8DF1-188791DAC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1: Online Compiler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7F518-DABE-4476-A053-EB79CC923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2"/>
            <a:ext cx="10515600" cy="48901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Structure of Online Compiler UI: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4DFFE-F840-2927-D6C6-6850AE1A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46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A3083DD-A1B1-EB89-1505-855270527D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928187"/>
              </p:ext>
            </p:extLst>
          </p:nvPr>
        </p:nvGraphicFramePr>
        <p:xfrm>
          <a:off x="838200" y="2166357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248">
                  <a:extLst>
                    <a:ext uri="{9D8B030D-6E8A-4147-A177-3AD203B41FA5}">
                      <a16:colId xmlns:a16="http://schemas.microsoft.com/office/drawing/2014/main" val="1083239263"/>
                    </a:ext>
                  </a:extLst>
                </a:gridCol>
                <a:gridCol w="6072352">
                  <a:extLst>
                    <a:ext uri="{9D8B030D-6E8A-4147-A177-3AD203B41FA5}">
                      <a16:colId xmlns:a16="http://schemas.microsoft.com/office/drawing/2014/main" val="29682134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Section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Purpose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9254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Code Window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Write your Java code here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543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Input Window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Provide input values for your program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7818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Output Window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See the result / output of your code.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45934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59D3515-DD3B-A919-6988-8DADA4D7C7F0}"/>
              </a:ext>
            </a:extLst>
          </p:cNvPr>
          <p:cNvSpPr txBox="1"/>
          <p:nvPr/>
        </p:nvSpPr>
        <p:spPr>
          <a:xfrm>
            <a:off x="838200" y="3911270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When to use Online Compiler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Quick testing of small program.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we don’t want to install anything.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Beginners just starting out.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file programs.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Limitations: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manage </a:t>
            </a:r>
            <a:r>
              <a:rPr lang="en-US" b="1" dirty="0"/>
              <a:t>multiple files </a:t>
            </a:r>
            <a:r>
              <a:rPr lang="en-US" dirty="0"/>
              <a:t>easily.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suitable for </a:t>
            </a:r>
            <a:r>
              <a:rPr lang="en-US" b="1" dirty="0"/>
              <a:t>large projects.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Less features compared to a full IDE.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2119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7D2F7-A25F-7FAB-4EC9-5DB790A0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AA4C2-E342-B079-7079-22B11C755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AEB53-59CB-16BE-B443-B2330B6C1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is IntelliJ IDEA (Professional IDE)</a:t>
            </a:r>
          </a:p>
          <a:p>
            <a:r>
              <a:rPr lang="en-US" b="1" dirty="0"/>
              <a:t>IntelliJ IDEA </a:t>
            </a:r>
            <a:r>
              <a:rPr lang="en-US" dirty="0"/>
              <a:t>is a professional </a:t>
            </a:r>
            <a:r>
              <a:rPr lang="en-US" b="1" dirty="0"/>
              <a:t>Integrated Development Environment (IDE)</a:t>
            </a:r>
            <a:r>
              <a:rPr lang="en-US" dirty="0"/>
              <a:t> used widely in companies for Java development.</a:t>
            </a:r>
          </a:p>
          <a:p>
            <a:r>
              <a:rPr lang="en-US" dirty="0"/>
              <a:t>It provides a complete environment to write, compile, debug, and run Java code.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67F79-0E43-83B4-C8F9-F85CE7482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994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9585-755E-9ADB-E364-A3DC7779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8CD8A-8274-D9AC-A033-8615FD2F2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66574-7386-8991-001E-90F7E5865B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Why IntelliJ IDEA ?</a:t>
            </a:r>
          </a:p>
          <a:p>
            <a:r>
              <a:rPr lang="en-US" dirty="0"/>
              <a:t>Used by </a:t>
            </a:r>
            <a:r>
              <a:rPr lang="en-US" b="1" dirty="0"/>
              <a:t>majority of companies</a:t>
            </a:r>
            <a:r>
              <a:rPr lang="en-US" dirty="0"/>
              <a:t> for Java development.</a:t>
            </a:r>
          </a:p>
          <a:p>
            <a:r>
              <a:rPr lang="en-US" dirty="0"/>
              <a:t>Support </a:t>
            </a:r>
            <a:r>
              <a:rPr lang="en-US" b="1" dirty="0"/>
              <a:t>multiple files</a:t>
            </a:r>
            <a:r>
              <a:rPr lang="en-US" dirty="0"/>
              <a:t> management.</a:t>
            </a:r>
          </a:p>
          <a:p>
            <a:r>
              <a:rPr lang="en-US" dirty="0"/>
              <a:t>Organized </a:t>
            </a:r>
            <a:r>
              <a:rPr lang="en-US" b="1" dirty="0"/>
              <a:t>project structure.</a:t>
            </a:r>
          </a:p>
          <a:p>
            <a:r>
              <a:rPr lang="en-US" dirty="0"/>
              <a:t>Built-in </a:t>
            </a:r>
            <a:r>
              <a:rPr lang="en-US" b="1" dirty="0"/>
              <a:t>compiler, debugger, and other tools.</a:t>
            </a:r>
          </a:p>
          <a:p>
            <a:r>
              <a:rPr lang="en-US" dirty="0"/>
              <a:t>Industry standard tool.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C7B4B-1662-22AA-D728-4DCB736F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53633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6D09-D7C8-7261-1870-0FB18701E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0A488-5687-1C3B-C4DD-3FB0F4B88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E9482-FB2B-890A-8E4E-5D11F71E9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IntelliJ IDEA Setup Steps: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STEP 1: Download</a:t>
            </a:r>
          </a:p>
          <a:p>
            <a:r>
              <a:rPr lang="en-US" dirty="0"/>
              <a:t>Search “IntelliJ IDEA Community Edition”.</a:t>
            </a:r>
          </a:p>
          <a:p>
            <a:r>
              <a:rPr lang="en-US" dirty="0"/>
              <a:t>Go to first link (</a:t>
            </a:r>
            <a:r>
              <a:rPr lang="en-US" dirty="0">
                <a:hlinkClick r:id="rId2"/>
              </a:rPr>
              <a:t>JetBrains Official Website</a:t>
            </a:r>
            <a:r>
              <a:rPr lang="en-US" dirty="0"/>
              <a:t>).</a:t>
            </a:r>
          </a:p>
          <a:p>
            <a:r>
              <a:rPr lang="en-US" dirty="0"/>
              <a:t>Download the correct version for your OS:</a:t>
            </a:r>
          </a:p>
          <a:p>
            <a:pPr lvl="1"/>
            <a:r>
              <a:rPr lang="en-US" dirty="0"/>
              <a:t>Windows </a:t>
            </a:r>
            <a:r>
              <a:rPr lang="en-US" dirty="0">
                <a:sym typeface="Wingdings" panose="05000000000000000000" pitchFamily="2" charset="2"/>
              </a:rPr>
              <a:t> .exe file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Mac  .dmg file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Linux  .tar.gz file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DBE2F-F4F4-B871-8F18-241D5A643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49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642E25-91A7-5EA6-F58F-0FB3D33BF577}"/>
              </a:ext>
            </a:extLst>
          </p:cNvPr>
          <p:cNvSpPr txBox="1"/>
          <p:nvPr/>
        </p:nvSpPr>
        <p:spPr>
          <a:xfrm>
            <a:off x="709447" y="5864773"/>
            <a:ext cx="97115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Always download </a:t>
            </a:r>
            <a:r>
              <a:rPr lang="en-US" b="1" dirty="0"/>
              <a:t>Community Edition </a:t>
            </a:r>
            <a:r>
              <a:rPr lang="en-US" dirty="0"/>
              <a:t>– it’s FREE.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Ultimate Edition is PAID.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8232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3E9F5-400A-D449-0043-C20324B8B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BC842-1365-D8A1-31DB-213A80503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4E23F-7D92-925F-A8A5-00B77D4A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2: Install</a:t>
            </a:r>
          </a:p>
          <a:p>
            <a:r>
              <a:rPr lang="en-US" dirty="0"/>
              <a:t>Windows:</a:t>
            </a:r>
          </a:p>
          <a:p>
            <a:pPr lvl="1"/>
            <a:r>
              <a:rPr lang="en-US" dirty="0"/>
              <a:t>Double click .exe file</a:t>
            </a:r>
          </a:p>
          <a:p>
            <a:pPr lvl="1"/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Next  Finish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Mac: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Double click .dmg file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Drag IntelliJ to Application folder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Open from Applications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65742-9096-83B0-8A3C-C88288745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133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B7220-A5C9-E936-63EA-E6BF8169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15EF2-8F6C-7AC3-4C2C-8832EACED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84B2A-3D44-76B9-4658-6B7C5563A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3: Create New Project</a:t>
            </a:r>
          </a:p>
          <a:p>
            <a:r>
              <a:rPr lang="en-US" dirty="0"/>
              <a:t>Open IntelliJ IDEA</a:t>
            </a:r>
          </a:p>
          <a:p>
            <a:r>
              <a:rPr lang="en-US" dirty="0"/>
              <a:t>Click “New Project”</a:t>
            </a:r>
          </a:p>
          <a:p>
            <a:r>
              <a:rPr lang="en-US" dirty="0"/>
              <a:t>Enter Project Name (e.g., JavaDSA)</a:t>
            </a:r>
          </a:p>
          <a:p>
            <a:r>
              <a:rPr lang="en-US" dirty="0"/>
              <a:t>Set Location </a:t>
            </a:r>
            <a:r>
              <a:rPr lang="en-US" dirty="0">
                <a:sym typeface="Wingdings" panose="05000000000000000000" pitchFamily="2" charset="2"/>
              </a:rPr>
              <a:t> Desktop (or preferred folder)</a:t>
            </a:r>
          </a:p>
          <a:p>
            <a:r>
              <a:rPr lang="en-US" dirty="0">
                <a:sym typeface="Wingdings" panose="05000000000000000000" pitchFamily="2" charset="2"/>
              </a:rPr>
              <a:t>Build System  IntelliJ</a:t>
            </a:r>
          </a:p>
          <a:p>
            <a:r>
              <a:rPr lang="en-US" dirty="0">
                <a:sym typeface="Wingdings" panose="05000000000000000000" pitchFamily="2" charset="2"/>
              </a:rPr>
              <a:t>JDK  Select / Download JDK (auto-downloads if not present)</a:t>
            </a:r>
          </a:p>
          <a:p>
            <a:r>
              <a:rPr lang="en-US" dirty="0">
                <a:sym typeface="Wingdings" panose="05000000000000000000" pitchFamily="2" charset="2"/>
              </a:rPr>
              <a:t>Click “Create”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9D134-21EC-0BB5-AF42-B0A798032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51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59E0E-3801-6E2B-61A8-1E3E5D18DEAC}"/>
              </a:ext>
            </a:extLst>
          </p:cNvPr>
          <p:cNvSpPr txBox="1"/>
          <p:nvPr/>
        </p:nvSpPr>
        <p:spPr>
          <a:xfrm>
            <a:off x="838199" y="5785945"/>
            <a:ext cx="101030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Important:</a:t>
            </a:r>
            <a:r>
              <a:rPr lang="en-US" dirty="0"/>
              <a:t> When we create a project, IntelliJ automatically </a:t>
            </a:r>
            <a:r>
              <a:rPr lang="en-US" b="1" dirty="0"/>
              <a:t>download &amp; installs JDK</a:t>
            </a:r>
            <a:r>
              <a:rPr lang="en-US" dirty="0"/>
              <a:t> if not already present on our system. This JDK given us the complete development environment (Compiler + JVM + Libraries).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5709983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173-54E4-C0A5-9FC8-C46EE9CF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53371-B04C-77E2-CBDF-A3CE08692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8FE435-30F2-3B96-A565-2DF8DAD3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52</a:t>
            </a:fld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E18FD4-39B1-3777-158F-66B2C0ADA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903" y="1324304"/>
            <a:ext cx="5818194" cy="530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009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4724-4CA1-22DE-671C-9775796D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95B7F-445C-0562-3D03-18F074F92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BCCD7-73CF-D478-13ED-A797EFFB0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4: Project Structure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BEDA14-0046-D24E-30EE-6526E5D26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53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010C23-B002-E086-1B8F-05855F5BD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2263039"/>
            <a:ext cx="4206605" cy="23319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1513E5-D2BA-386F-C0A6-FD157390B59D}"/>
              </a:ext>
            </a:extLst>
          </p:cNvPr>
          <p:cNvSpPr txBox="1"/>
          <p:nvPr/>
        </p:nvSpPr>
        <p:spPr>
          <a:xfrm>
            <a:off x="838200" y="4718958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JavaDSA/</a:t>
            </a:r>
            <a:r>
              <a:rPr lang="en-IN" dirty="0"/>
              <a:t> 		</a:t>
            </a:r>
            <a:r>
              <a:rPr lang="en-IN" dirty="0">
                <a:sym typeface="Wingdings" panose="05000000000000000000" pitchFamily="2" charset="2"/>
              </a:rPr>
              <a:t> Project Root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ym typeface="Wingdings" panose="05000000000000000000" pitchFamily="2" charset="2"/>
              </a:rPr>
              <a:t>src/			</a:t>
            </a:r>
            <a:r>
              <a:rPr lang="en-IN" dirty="0">
                <a:sym typeface="Wingdings" panose="05000000000000000000" pitchFamily="2" charset="2"/>
              </a:rPr>
              <a:t> Source Folder (Write code here)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ym typeface="Wingdings" panose="05000000000000000000" pitchFamily="2" charset="2"/>
              </a:rPr>
              <a:t>Main.java		</a:t>
            </a:r>
            <a:r>
              <a:rPr lang="en-IN" dirty="0">
                <a:sym typeface="Wingdings" panose="05000000000000000000" pitchFamily="2" charset="2"/>
              </a:rPr>
              <a:t> Default Java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ym typeface="Wingdings" panose="05000000000000000000" pitchFamily="2" charset="2"/>
              </a:rPr>
              <a:t>External Libraries/	</a:t>
            </a:r>
            <a:r>
              <a:rPr lang="en-IN" dirty="0">
                <a:sym typeface="Wingdings" panose="05000000000000000000" pitchFamily="2" charset="2"/>
              </a:rPr>
              <a:t> Pre-loaded Java Libraries (JRE)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776137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26F07-DF91-9531-C5B0-988A0989C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D5F0D-38EB-694B-596A-8581C35E7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FB815-6CE6-88B3-820A-1C6FA915C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5: Create our own Java File</a:t>
            </a:r>
          </a:p>
          <a:p>
            <a:r>
              <a:rPr lang="en-IN" dirty="0"/>
              <a:t>Right click on “src” folder.</a:t>
            </a:r>
          </a:p>
          <a:p>
            <a:r>
              <a:rPr lang="en-IN" dirty="0"/>
              <a:t>Click “New”.</a:t>
            </a:r>
          </a:p>
          <a:p>
            <a:r>
              <a:rPr lang="en-IN" dirty="0"/>
              <a:t>Click “Java Class”.</a:t>
            </a:r>
          </a:p>
          <a:p>
            <a:r>
              <a:rPr lang="en-IN" dirty="0"/>
              <a:t>Enter class name (e.g., maggi).</a:t>
            </a:r>
          </a:p>
          <a:p>
            <a:pPr lvl="1"/>
            <a:r>
              <a:rPr lang="en-IN" dirty="0"/>
              <a:t>File created: maggi.java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D039C-F1A4-19DF-EF27-30790CC04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54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C06FF7-C827-E20E-F59B-E75694615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965" y="1996930"/>
            <a:ext cx="5712600" cy="18134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7648F4-01B9-E2D9-A772-F7E90116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575909"/>
            <a:ext cx="4160881" cy="2194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0A3BDC6-8563-7B04-0AC6-B64A2A2A1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1576" y="4575909"/>
            <a:ext cx="4497486" cy="154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7827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FF13-7E2D-2884-AF1D-5B6F1B9B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B311F-C33C-C4F5-3AD9-2F3693562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Option 2: IntelliJ IDEA (Professional IDE)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D7455-83CB-EBEF-B889-095DE70E1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6: Run a Java File</a:t>
            </a:r>
          </a:p>
          <a:p>
            <a:r>
              <a:rPr lang="en-IN" dirty="0"/>
              <a:t>Open any </a:t>
            </a:r>
            <a:r>
              <a:rPr lang="en-IN" b="1" i="1" dirty="0"/>
              <a:t>.java</a:t>
            </a:r>
            <a:r>
              <a:rPr lang="en-IN" dirty="0"/>
              <a:t> file</a:t>
            </a:r>
          </a:p>
          <a:p>
            <a:r>
              <a:rPr lang="en-IN" dirty="0"/>
              <a:t>Click the </a:t>
            </a:r>
            <a:r>
              <a:rPr lang="en-IN" b="1" dirty="0"/>
              <a:t>GREEN ARROW </a:t>
            </a:r>
            <a:r>
              <a:rPr lang="en-IN" dirty="0"/>
              <a:t>button on the left of “</a:t>
            </a:r>
            <a:r>
              <a:rPr lang="en-IN" b="1" dirty="0"/>
              <a:t>main</a:t>
            </a:r>
            <a:r>
              <a:rPr lang="en-IN" dirty="0"/>
              <a:t>”.</a:t>
            </a:r>
          </a:p>
          <a:p>
            <a:r>
              <a:rPr lang="en-IN" dirty="0"/>
              <a:t>Select “</a:t>
            </a:r>
            <a:r>
              <a:rPr lang="en-IN" b="1" dirty="0"/>
              <a:t>Run</a:t>
            </a:r>
            <a:r>
              <a:rPr lang="en-IN" dirty="0"/>
              <a:t>”.</a:t>
            </a:r>
          </a:p>
          <a:p>
            <a:r>
              <a:rPr lang="en-IN" dirty="0"/>
              <a:t>Output appears in the bottom console window.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04B45-AB10-366F-E58F-00C178CDA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0117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82BAC-ADAC-FE10-3EA4-FEAF3FE4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1015-0CE3-1377-C3D9-D20C3CF8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Online Compiler </a:t>
            </a:r>
            <a:r>
              <a:rPr lang="en-US" dirty="0"/>
              <a:t>vs </a:t>
            </a:r>
            <a:r>
              <a:rPr lang="en-US" b="1" dirty="0"/>
              <a:t>IntelliJ IDEA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6DFFD-5189-BD73-FF1A-900DA9D4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56</a:t>
            </a:fld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BAE2EB9-A1F4-0001-01BB-5339764A94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207842"/>
              </p:ext>
            </p:extLst>
          </p:nvPr>
        </p:nvGraphicFramePr>
        <p:xfrm>
          <a:off x="838200" y="1945640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586301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1704993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332552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Feature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Online Compiler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IntelliJ IDEA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07925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Setup needed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(one-time)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056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Internet required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271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files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Limited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2896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Project Structure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525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Debugger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6600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Used in companies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Rarely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(Industry standard)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755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Best for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Quick testing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Full development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45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46107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D12F-9A94-785C-60A7-F9007FCD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247E8-3328-80F5-E579-2DD10DD21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EDF31-24B8-DCAE-796A-3CA2A3D3AC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an IDE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An IDE (Integrated Development Environment) is a software application that provides comprehensive tools for software development – including a code editor, compiler, debugger, </a:t>
            </a:r>
            <a:r>
              <a:rPr lang="en-US" dirty="0" err="1"/>
              <a:t>nd</a:t>
            </a:r>
            <a:r>
              <a:rPr lang="en-US" dirty="0"/>
              <a:t> build tools – all in one place.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5F900-27B0-53AC-074A-40183DDBA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52781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07BC-DCF8-74A0-01FF-D095EB79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2278C-F0D5-55DE-1139-E04D46952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8F73C-3C73-577D-0BA5-3348106AF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Why is IntelliJ IDEA preferred for Java development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IntelliJ IDEA is preferred because it provides smart code completion, built-in compiler and debugger, organized project structure, library management, and is the industry standard used by most Java-based companies.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00E59-5336-87F2-51B5-7B2E831BC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48773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161D-8244-AE58-3002-2594F4144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2FC84-9F43-E094-9F70-FDD5D6721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2976B-4620-CA04-36C8-7F544857D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happens when we click Run in IntelliJ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IntelliJ internally runs the Java compiler (from JDK) to convert </a:t>
            </a:r>
            <a:r>
              <a:rPr lang="en-US" b="1" i="1" dirty="0"/>
              <a:t>.java</a:t>
            </a:r>
            <a:r>
              <a:rPr lang="en-US" dirty="0"/>
              <a:t> to Byte Code, then JVM converts Byte Code to Machine Code and executes it, showing output in the console.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2A3CF-2C4D-7BC8-0C25-1882E4A6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12010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AB087-1DAB-8044-601E-77C9B39BC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E473-1056-11BA-1C90-373D6F343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3 -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20525-3275-53B9-D373-1CD609CF6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Online compiler &amp; IDE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Online compiler is browser-based, needs internet, good for quick single-file testing.</a:t>
            </a:r>
          </a:p>
          <a:p>
            <a:r>
              <a:rPr lang="en-US" dirty="0"/>
              <a:t>IDE is installed locally, supports multiple files, project organization, debugging – used for professional development.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00E80-6435-5211-5BDB-7BB8ED71B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55885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3B0-84F8-4826-64B3-9579C06A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E3FBD-B65C-3CBD-7533-639E9C82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4 – Write your FIRST Java Program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C2B61E-8D9D-0E0A-E60E-6CA116FF9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17866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4250-5821-3180-8B87-175B56A1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94EC0-995D-451C-2CC2-C18ABBC58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Function / Method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69C1D-CF7F-3D99-61CE-CCA8C9875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dirty="0"/>
              <a:t>A </a:t>
            </a:r>
            <a:r>
              <a:rPr lang="en-US" b="1" dirty="0"/>
              <a:t>Function</a:t>
            </a:r>
            <a:r>
              <a:rPr lang="en-US" dirty="0"/>
              <a:t> (C++) or </a:t>
            </a:r>
            <a:r>
              <a:rPr lang="en-US" b="1" dirty="0"/>
              <a:t>Method</a:t>
            </a:r>
            <a:r>
              <a:rPr lang="en-US" dirty="0"/>
              <a:t> (Java) is an entity created to perform a </a:t>
            </a:r>
            <a:r>
              <a:rPr lang="en-US" b="1" dirty="0"/>
              <a:t>single responsibility</a:t>
            </a:r>
            <a:r>
              <a:rPr lang="en-US" dirty="0"/>
              <a:t> / </a:t>
            </a:r>
            <a:r>
              <a:rPr lang="en-US" b="1" dirty="0"/>
              <a:t>single task</a:t>
            </a:r>
            <a:r>
              <a:rPr lang="en-US" dirty="0"/>
              <a:t>. It takes input &amp; return output.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Key points:</a:t>
            </a:r>
            <a:endParaRPr lang="en-US" dirty="0"/>
          </a:p>
          <a:p>
            <a:r>
              <a:rPr lang="en-US" dirty="0"/>
              <a:t>In </a:t>
            </a:r>
            <a:r>
              <a:rPr lang="en-US" b="1" dirty="0"/>
              <a:t>C++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called </a:t>
            </a:r>
            <a:r>
              <a:rPr lang="en-US" b="1" dirty="0">
                <a:sym typeface="Wingdings" panose="05000000000000000000" pitchFamily="2" charset="2"/>
              </a:rPr>
              <a:t>Function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r>
              <a:rPr lang="en-US" dirty="0">
                <a:sym typeface="Wingdings" panose="05000000000000000000" pitchFamily="2" charset="2"/>
              </a:rPr>
              <a:t>In </a:t>
            </a:r>
            <a:r>
              <a:rPr lang="en-US" b="1" dirty="0">
                <a:sym typeface="Wingdings" panose="05000000000000000000" pitchFamily="2" charset="2"/>
              </a:rPr>
              <a:t>Java</a:t>
            </a:r>
            <a:r>
              <a:rPr lang="en-US" dirty="0">
                <a:sym typeface="Wingdings" panose="05000000000000000000" pitchFamily="2" charset="2"/>
              </a:rPr>
              <a:t>  called </a:t>
            </a:r>
            <a:r>
              <a:rPr lang="en-US" b="1" dirty="0">
                <a:sym typeface="Wingdings" panose="05000000000000000000" pitchFamily="2" charset="2"/>
              </a:rPr>
              <a:t>Method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r>
              <a:rPr lang="en-US" dirty="0">
                <a:sym typeface="Wingdings" panose="05000000000000000000" pitchFamily="2" charset="2"/>
              </a:rPr>
              <a:t>Both terms mean the </a:t>
            </a:r>
            <a:r>
              <a:rPr lang="en-US" b="1" dirty="0">
                <a:sym typeface="Wingdings" panose="05000000000000000000" pitchFamily="2" charset="2"/>
              </a:rPr>
              <a:t>same thing</a:t>
            </a:r>
            <a:r>
              <a:rPr lang="en-US" dirty="0">
                <a:sym typeface="Wingdings" panose="05000000000000000000" pitchFamily="2" charset="2"/>
              </a:rPr>
              <a:t> – used interchangeably.</a:t>
            </a:r>
          </a:p>
          <a:p>
            <a:r>
              <a:rPr lang="en-US" dirty="0">
                <a:sym typeface="Wingdings" panose="05000000000000000000" pitchFamily="2" charset="2"/>
              </a:rPr>
              <a:t>Named such that its </a:t>
            </a:r>
            <a:r>
              <a:rPr lang="en-US" b="1" dirty="0">
                <a:sym typeface="Wingdings" panose="05000000000000000000" pitchFamily="2" charset="2"/>
              </a:rPr>
              <a:t>name reflects its task</a:t>
            </a:r>
            <a:r>
              <a:rPr lang="en-US" dirty="0">
                <a:sym typeface="Wingdings" panose="05000000000000000000" pitchFamily="2" charset="2"/>
              </a:rPr>
              <a:t>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6A317-E2CF-1DDA-85B4-53F1D4FE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77401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5A952-48F8-2C80-EC20-2FF960C90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6941F-BF69-C594-BDE2-4EDF8B9CC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Function / Method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9CA7E-DA9F-9F2D-3DB1-A05D249B7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63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8675AA-5A20-A450-AA77-5DA815587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11" y="1260296"/>
            <a:ext cx="4905375" cy="29241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B4A73B-FBC2-1161-0FCB-81C42D52D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437" y="3824426"/>
            <a:ext cx="8239125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23085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F6F57-90C8-8154-7D1D-2AB6D95FD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5861C-C32A-226E-A780-91F0523E4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Return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17425-F832-0B89-5453-174C593AB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Return Type</a:t>
            </a:r>
            <a:r>
              <a:rPr lang="en-US" dirty="0"/>
              <a:t> tells us what type of value a function / method will return after execution.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Key Rule:</a:t>
            </a:r>
          </a:p>
          <a:p>
            <a:r>
              <a:rPr lang="en-IN" dirty="0"/>
              <a:t>If a function </a:t>
            </a:r>
            <a:r>
              <a:rPr lang="en-IN" b="1" dirty="0"/>
              <a:t>does NOT return any value</a:t>
            </a:r>
            <a:r>
              <a:rPr lang="en-IN" dirty="0"/>
              <a:t>, its return type is </a:t>
            </a:r>
            <a:r>
              <a:rPr lang="en-IN" b="1" i="1" dirty="0"/>
              <a:t>void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A8FBC-008D-DECC-F4EE-DE510604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64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CA7A60-1D0F-AC66-6AD9-C904A1C51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1540"/>
              </p:ext>
            </p:extLst>
          </p:nvPr>
        </p:nvGraphicFramePr>
        <p:xfrm>
          <a:off x="838200" y="2643789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03389555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9450207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94907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Return Type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859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int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an integer number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add()</a:t>
                      </a:r>
                      <a:r>
                        <a:rPr lang="en-US" b="0" i="1" dirty="0"/>
                        <a:t> </a:t>
                      </a:r>
                      <a:r>
                        <a:rPr lang="en-US" b="0" i="0" dirty="0"/>
                        <a:t>returns 5</a:t>
                      </a:r>
                      <a:endParaRPr lang="en-IN" b="1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929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char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 single character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‘A’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744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String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 sequence of characters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“Lav”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29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void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</a:t>
                      </a:r>
                      <a:r>
                        <a:rPr lang="en-US" b="1" dirty="0"/>
                        <a:t>nothing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printName</a:t>
                      </a:r>
                      <a:r>
                        <a:rPr lang="en-US" b="1" i="1" dirty="0"/>
                        <a:t>()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464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74581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BAB0B-66EF-669F-7C5C-615256A66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20AC2-E2C8-8A4D-93CB-B32244767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Block of Code (Curly Brackets </a:t>
            </a:r>
            <a:r>
              <a:rPr lang="en-US" b="1" i="1" dirty="0"/>
              <a:t>{}</a:t>
            </a:r>
            <a:r>
              <a:rPr lang="en-US" b="1" dirty="0"/>
              <a:t>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CAE6D-7483-B532-9EFB-67596DE28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Curly brackets </a:t>
            </a:r>
            <a:r>
              <a:rPr lang="en-US" b="1" i="1" dirty="0"/>
              <a:t>{}</a:t>
            </a:r>
            <a:r>
              <a:rPr lang="en-US" dirty="0"/>
              <a:t> defines a </a:t>
            </a:r>
            <a:r>
              <a:rPr lang="en-US" b="1" dirty="0"/>
              <a:t>Block of code</a:t>
            </a:r>
            <a:r>
              <a:rPr lang="en-US" dirty="0"/>
              <a:t> – all code written inside these brackets </a:t>
            </a:r>
            <a:r>
              <a:rPr lang="en-US" b="1" dirty="0"/>
              <a:t>belongs to that function</a:t>
            </a:r>
            <a:r>
              <a:rPr lang="en-US" dirty="0"/>
              <a:t> / </a:t>
            </a:r>
            <a:r>
              <a:rPr lang="en-US" b="1" dirty="0"/>
              <a:t>method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r>
              <a:rPr lang="en-US" dirty="0"/>
              <a:t>Just like money inside a wallet belongs to the wallet’s oner – code inside </a:t>
            </a:r>
            <a:r>
              <a:rPr lang="en-US" b="1" i="1" dirty="0"/>
              <a:t>{}</a:t>
            </a:r>
            <a:r>
              <a:rPr lang="en-US" dirty="0"/>
              <a:t> belongs to that function.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96C7E-4F9F-E33B-D572-DA240799F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2993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0368-4AC2-7774-8473-2E7929015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D3D17-99B5-8471-1901-2881DC66C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Block of Code (Curly Brackets </a:t>
            </a:r>
            <a:r>
              <a:rPr lang="en-US" b="1" i="1" dirty="0"/>
              <a:t>{}</a:t>
            </a:r>
            <a:r>
              <a:rPr lang="en-US" b="1" dirty="0"/>
              <a:t>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A4926-21D2-1B8B-0F85-256612425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66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3E7D5-3447-D287-45D9-BAEB77E52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331" y="1597856"/>
            <a:ext cx="7363338" cy="4484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5795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AB236-143E-116A-FE49-BDA08BCE7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DAD7-5480-019F-D0A1-7CF634A88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88C86-0073-66E1-87B5-43F7387E6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i="1" dirty="0"/>
              <a:t>main </a:t>
            </a:r>
            <a:r>
              <a:rPr lang="en-US" dirty="0"/>
              <a:t>is a special function that acts as the </a:t>
            </a:r>
            <a:r>
              <a:rPr lang="en-US" b="1" dirty="0"/>
              <a:t>Entry Point </a:t>
            </a:r>
            <a:r>
              <a:rPr lang="en-US" dirty="0"/>
              <a:t>of a Java program – execution always starts from here.</a:t>
            </a:r>
            <a:endParaRPr lang="en-US" i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Why </a:t>
            </a:r>
            <a:r>
              <a:rPr lang="en-US" b="1" i="1" dirty="0"/>
              <a:t>main</a:t>
            </a:r>
            <a:r>
              <a:rPr lang="en-US" b="1" dirty="0"/>
              <a:t> ?</a:t>
            </a:r>
          </a:p>
          <a:p>
            <a:r>
              <a:rPr lang="en-US" dirty="0"/>
              <a:t>A code file can have </a:t>
            </a:r>
            <a:r>
              <a:rPr lang="en-US" b="1" dirty="0"/>
              <a:t>thousands of lines</a:t>
            </a:r>
            <a:r>
              <a:rPr lang="en-US" dirty="0"/>
              <a:t>.</a:t>
            </a:r>
          </a:p>
          <a:p>
            <a:r>
              <a:rPr lang="en-US" dirty="0"/>
              <a:t>The compiler needs to know </a:t>
            </a:r>
            <a:r>
              <a:rPr lang="en-US" b="1" dirty="0"/>
              <a:t>where to start execution</a:t>
            </a:r>
            <a:r>
              <a:rPr lang="en-US" dirty="0"/>
              <a:t>.</a:t>
            </a:r>
          </a:p>
          <a:p>
            <a:r>
              <a:rPr lang="en-US" b="1" i="1" dirty="0"/>
              <a:t>main </a:t>
            </a:r>
            <a:r>
              <a:rPr lang="en-US" dirty="0"/>
              <a:t>function = Starting point = entry point.</a:t>
            </a:r>
          </a:p>
          <a:p>
            <a:r>
              <a:rPr lang="en-US" dirty="0"/>
              <a:t>Without </a:t>
            </a:r>
            <a:r>
              <a:rPr lang="en-US" b="1" i="1" dirty="0"/>
              <a:t>main</a:t>
            </a:r>
            <a:r>
              <a:rPr lang="en-US" dirty="0"/>
              <a:t>, program doesn’t know where to begin.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F662F-CA58-8EE4-BB28-3BBF8C1B2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54274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5F2EF-A45F-0447-D731-07C515B9C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1D732-BFC3-8955-9185-DED254158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3955D-3253-5D0E-15D7-BED6B7F83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Two ways to write Main in Java: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Way 1: Modern / Latest Java (Simpler)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D434A-2D4A-293D-51D6-FC8A79C94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B88289-5D4A-B708-1908-9B9FCEB3C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676" y="3002026"/>
            <a:ext cx="6708648" cy="335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7721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E0314-01D8-459E-D8B3-830A52A5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CD266-0A5E-F054-F4C3-E6396673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9B91F-E8EC-B226-EA84-3357BC389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Way 2: Classical Java (Industry Standard)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24D5F-A373-DEDD-1A22-F16E2CEB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69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D12C14-1656-A3FE-94AE-D9EE4F2FD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255" y="2254186"/>
            <a:ext cx="7197489" cy="4018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767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0F71-2338-E9A9-D2AE-49A7029B4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66441-A52A-F595-4D0D-08DC2CE53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Main Function – Entry Point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CF89C-0F7F-C948-28CA-44A39ED67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Breaking down Classical Main:</a:t>
            </a:r>
          </a:p>
          <a:p>
            <a:pPr marL="0" indent="0">
              <a:buNone/>
            </a:pP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22316-D250-29DD-F5BC-97FD18816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70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D76860-49EB-0E0E-126C-3578E38D3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039565"/>
              </p:ext>
            </p:extLst>
          </p:nvPr>
        </p:nvGraphicFramePr>
        <p:xfrm>
          <a:off x="838200" y="2289787"/>
          <a:ext cx="10515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117">
                  <a:extLst>
                    <a:ext uri="{9D8B030D-6E8A-4147-A177-3AD203B41FA5}">
                      <a16:colId xmlns:a16="http://schemas.microsoft.com/office/drawing/2014/main" val="1614516234"/>
                    </a:ext>
                  </a:extLst>
                </a:gridCol>
                <a:gridCol w="3547242">
                  <a:extLst>
                    <a:ext uri="{9D8B030D-6E8A-4147-A177-3AD203B41FA5}">
                      <a16:colId xmlns:a16="http://schemas.microsoft.com/office/drawing/2014/main" val="4094395316"/>
                    </a:ext>
                  </a:extLst>
                </a:gridCol>
                <a:gridCol w="3928241">
                  <a:extLst>
                    <a:ext uri="{9D8B030D-6E8A-4147-A177-3AD203B41FA5}">
                      <a16:colId xmlns:a16="http://schemas.microsoft.com/office/drawing/2014/main" val="1592472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Known Now ?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863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public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Access Modifier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Later (OOPs)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976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class Main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Container / box for all code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Basic understanding now, detail later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799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static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Keyword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Later (OOPs)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628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void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Return type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returns nothing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858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main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Function name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entry point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5390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String[] args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 line arguments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Later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556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{}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Block of code belonging to main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9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1" i="1" dirty="0"/>
                        <a:t>;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Line terminator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3796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E27C70A-1D2B-441A-FAFF-DACCD38B2015}"/>
              </a:ext>
            </a:extLst>
          </p:cNvPr>
          <p:cNvSpPr txBox="1"/>
          <p:nvPr/>
        </p:nvSpPr>
        <p:spPr>
          <a:xfrm>
            <a:off x="838200" y="5864772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Shortcut in IntelliJ:</a:t>
            </a:r>
          </a:p>
          <a:p>
            <a:r>
              <a:rPr lang="en-US" b="1" i="1" dirty="0" err="1"/>
              <a:t>psvm</a:t>
            </a:r>
            <a:r>
              <a:rPr lang="en-US" dirty="0"/>
              <a:t> + Tab </a:t>
            </a:r>
            <a:r>
              <a:rPr lang="en-US" dirty="0">
                <a:sym typeface="Wingdings" panose="05000000000000000000" pitchFamily="2" charset="2"/>
              </a:rPr>
              <a:t> auto-generates </a:t>
            </a:r>
            <a:r>
              <a:rPr lang="en-US" b="1" i="1" dirty="0">
                <a:sym typeface="Wingdings" panose="05000000000000000000" pitchFamily="2" charset="2"/>
              </a:rPr>
              <a:t>public static void main(String[] args)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4723606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E77EC-32D5-CA38-D8F2-1374C096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7778E-FC08-7EBC-09BF-34864BCC4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Class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098F9-AB6E-24B8-9706-3E97462C71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Definition (Basic for now):</a:t>
            </a:r>
          </a:p>
          <a:p>
            <a:r>
              <a:rPr lang="en-US" dirty="0"/>
              <a:t>A </a:t>
            </a:r>
            <a:r>
              <a:rPr lang="en-US" b="1" dirty="0"/>
              <a:t>Class</a:t>
            </a:r>
            <a:r>
              <a:rPr lang="en-US" dirty="0"/>
              <a:t> is a </a:t>
            </a:r>
            <a:r>
              <a:rPr lang="en-US" b="1" dirty="0"/>
              <a:t>container / box</a:t>
            </a:r>
            <a:r>
              <a:rPr lang="en-US" dirty="0"/>
              <a:t> that holds all our code.</a:t>
            </a:r>
          </a:p>
          <a:p>
            <a:r>
              <a:rPr lang="en-US" dirty="0"/>
              <a:t>Every Java program must have at least one class.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Deep dive into Class </a:t>
            </a:r>
            <a:r>
              <a:rPr lang="en-US" dirty="0">
                <a:sym typeface="Wingdings" panose="05000000000000000000" pitchFamily="2" charset="2"/>
              </a:rPr>
              <a:t> covered in </a:t>
            </a:r>
            <a:r>
              <a:rPr lang="en-US" b="1" dirty="0">
                <a:sym typeface="Wingdings" panose="05000000000000000000" pitchFamily="2" charset="2"/>
              </a:rPr>
              <a:t>OOPs lectures </a:t>
            </a:r>
            <a:r>
              <a:rPr lang="en-US" dirty="0">
                <a:sym typeface="Wingdings" panose="05000000000000000000" pitchFamily="2" charset="2"/>
              </a:rPr>
              <a:t>later in the series.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13156-1205-3FE1-AD87-C075650D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71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9575ED-C1A6-2D20-CE7E-0BF898537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394" y="2649473"/>
            <a:ext cx="5125212" cy="293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42940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865A0-FB4E-0A1A-6144-8A3C2E9C0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69761-0302-FB65-A15D-98D9D3F5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 err="1"/>
              <a:t>System.out.println</a:t>
            </a:r>
            <a:r>
              <a:rPr lang="en-US" dirty="0"/>
              <a:t> vs </a:t>
            </a:r>
            <a:r>
              <a:rPr lang="en-US" b="1" dirty="0" err="1"/>
              <a:t>System.out.print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9D04D-041C-CFEB-CD25-465CFC445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 err="1"/>
              <a:t>System.out.println</a:t>
            </a:r>
            <a:r>
              <a:rPr lang="en-US" dirty="0"/>
              <a:t> (Print + new line)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1AA7F-7E16-18DC-5C9A-154F50506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72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F415B2-EFBB-D9C5-D0BD-8AD6EE871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3" y="2073276"/>
            <a:ext cx="7361114" cy="478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557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F805-DCB3-FD1E-A222-AA9A13E5F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E188C-EDBF-4367-1B8D-97C767661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 err="1"/>
              <a:t>System.out.println</a:t>
            </a:r>
            <a:r>
              <a:rPr lang="en-US" dirty="0"/>
              <a:t> vs </a:t>
            </a:r>
            <a:r>
              <a:rPr lang="en-US" b="1" dirty="0" err="1"/>
              <a:t>System.out.print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E60BA-0DB8-4BD8-46A1-FBA0FA26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 err="1"/>
              <a:t>System.out.print</a:t>
            </a:r>
            <a:r>
              <a:rPr lang="en-US" dirty="0"/>
              <a:t> (Print only, no new line)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CD34D-7DB3-C11C-1A5C-051D310BC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73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697BE0-89F8-A993-58C9-49D8979F6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28" y="2102612"/>
            <a:ext cx="7105943" cy="461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760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D1708-8070-8607-9A49-B776E4D5A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B71C-CA5D-0F17-D7BD-4F4F137D2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C6E40-33FB-F974-FC58-8ABEE52AE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dirty="0"/>
              <a:t>A </a:t>
            </a:r>
            <a:r>
              <a:rPr lang="en-US" b="1" dirty="0"/>
              <a:t>String</a:t>
            </a:r>
            <a:r>
              <a:rPr lang="en-US" dirty="0"/>
              <a:t> is a sequence of characters written inside </a:t>
            </a:r>
            <a:r>
              <a:rPr lang="en-US" b="1" dirty="0"/>
              <a:t>double inverted commas </a:t>
            </a:r>
            <a:r>
              <a:rPr lang="en-US" b="1" i="1" dirty="0"/>
              <a:t>“ ”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33B57-DA28-A21D-115C-927DD7837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74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7FBCF7-647D-B60C-F855-2913731F5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669" y="2865636"/>
            <a:ext cx="8854662" cy="372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2559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919B-6CD8-B45A-D39B-29589B729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A1D0D-7A86-4EA5-F449-57489036F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B7AD4-71B9-E33C-B3F1-EA92E817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Key Rule:</a:t>
            </a:r>
          </a:p>
          <a:p>
            <a:r>
              <a:rPr lang="en-US" dirty="0"/>
              <a:t>Anything inside </a:t>
            </a:r>
            <a:r>
              <a:rPr lang="en-US" b="1" i="1" dirty="0"/>
              <a:t>“” </a:t>
            </a:r>
            <a:r>
              <a:rPr lang="en-US" dirty="0"/>
              <a:t>is treated as a </a:t>
            </a:r>
            <a:r>
              <a:rPr lang="en-US" b="1" dirty="0"/>
              <a:t>String</a:t>
            </a:r>
            <a:r>
              <a:rPr lang="en-US" dirty="0"/>
              <a:t> – </a:t>
            </a:r>
            <a:r>
              <a:rPr lang="en-US" b="1" dirty="0"/>
              <a:t>NOT </a:t>
            </a:r>
            <a:r>
              <a:rPr lang="en-US" dirty="0"/>
              <a:t>evaluated mathematically.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0E300-BA4F-89D5-A3D6-771E2B6AE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75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36A44F-01BE-5AEE-3F0D-B79FCD02B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816" y="2936748"/>
            <a:ext cx="8690367" cy="32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198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9316A-D8F9-AD46-9735-1678326A0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91358-FA83-44B0-0741-B637121FE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 Concatenation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4B66D-8AAF-5A30-380E-BF58C23BF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Concatenation </a:t>
            </a:r>
            <a:r>
              <a:rPr lang="en-US" dirty="0"/>
              <a:t>= Joining 2 or more Strings using </a:t>
            </a:r>
            <a:r>
              <a:rPr lang="en-US" b="1" i="1" dirty="0"/>
              <a:t>+</a:t>
            </a:r>
            <a:r>
              <a:rPr lang="en-US" dirty="0"/>
              <a:t> operator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469EBE-3F0F-46AC-FCDE-3E1FD65D5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76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F3E77E-8D80-A208-0FEB-178D5416C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21" y="2619946"/>
            <a:ext cx="9872957" cy="363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59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24201-960C-7F6E-5F2B-3894AE3FA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6AA02-81F0-67DA-CC6F-4F0CB7B69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String Concatenation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7BF34-E44A-76F8-1107-195422837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Important Rule: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EFA2D-39C5-06EF-4C28-03B4BE98F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77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C3DB6F-1A7F-8C19-BB85-0E6B03FDE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188" y="2199322"/>
            <a:ext cx="8421624" cy="352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7467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DF4BE-F3EA-CC32-4A76-3A22B299D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71B3-67EA-DFC0-0F04-D333B4816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Semicolon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7EB70-5C69-A9B6-0921-616641876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Semicolon </a:t>
            </a:r>
            <a:r>
              <a:rPr lang="en-US" b="1" i="1" dirty="0"/>
              <a:t>; </a:t>
            </a:r>
            <a:r>
              <a:rPr lang="en-US" dirty="0"/>
              <a:t>marks the end / termination of a statement in Java.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46921-4EF1-1E6F-296F-6372126A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53AE4-3D8B-B5DE-59CB-A69A2C0A2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279" y="2662426"/>
            <a:ext cx="9703442" cy="369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181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CC55-C1D8-BD21-F2FF-33D49290E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FD7B5-D928-B1C5-1B7B-9C3811C50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621B2-E124-D05A-AD3F-56CDC874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r>
              <a:rPr lang="en-US" b="1" dirty="0"/>
              <a:t>Comments</a:t>
            </a:r>
            <a:r>
              <a:rPr lang="en-US" dirty="0"/>
              <a:t> are lines in code that are </a:t>
            </a:r>
            <a:r>
              <a:rPr lang="en-US" b="1" dirty="0"/>
              <a:t>ignored by the compiler – </a:t>
            </a:r>
            <a:r>
              <a:rPr lang="en-US" dirty="0"/>
              <a:t>they do NOT execute.</a:t>
            </a:r>
          </a:p>
          <a:p>
            <a:r>
              <a:rPr lang="en-US" dirty="0"/>
              <a:t>Used for documentation &amp; explanation.</a:t>
            </a:r>
          </a:p>
          <a:p>
            <a:endParaRPr lang="en-US" dirty="0"/>
          </a:p>
          <a:p>
            <a:r>
              <a:rPr lang="en-US" dirty="0"/>
              <a:t>There are 2 types of comments:</a:t>
            </a:r>
          </a:p>
          <a:p>
            <a:pPr lvl="1"/>
            <a:r>
              <a:rPr lang="en-US" b="1" dirty="0"/>
              <a:t>Single-line</a:t>
            </a:r>
            <a:r>
              <a:rPr lang="en-US" dirty="0"/>
              <a:t> comments (//)</a:t>
            </a:r>
          </a:p>
          <a:p>
            <a:pPr lvl="1"/>
            <a:r>
              <a:rPr lang="en-US" b="1" dirty="0"/>
              <a:t>Multi-line</a:t>
            </a:r>
            <a:r>
              <a:rPr lang="en-US" dirty="0"/>
              <a:t> Comments (/* */)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A26E6-1EC4-639A-2C8A-A6D137E08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509433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DD32-5F72-411C-18F1-85D0F4506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3DE1-1C71-5904-03A3-9B9E8583E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E5779-A442-6B5B-9D3D-D697FC82D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Type 1: </a:t>
            </a:r>
            <a:r>
              <a:rPr lang="en-US" dirty="0"/>
              <a:t>Single-line Comments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B2143-3BA8-6A6C-154C-4F3B3877C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80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F93EDD-2217-8492-C466-CA1E206E0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38" y="2168724"/>
            <a:ext cx="9723923" cy="3579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56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DC611-A365-D0F1-924F-C5F7F677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0D240-B213-C217-9851-539B09834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D0A90-872F-61F9-3DA4-E27E872D6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Type 2: </a:t>
            </a:r>
            <a:r>
              <a:rPr lang="en-US" dirty="0"/>
              <a:t>Multi-line Comments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1DD4E-68FC-FC9A-D410-F3A69E9B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81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6C4137-5CBE-4CB1-F8B7-F829DD71C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218" y="1947226"/>
            <a:ext cx="9555563" cy="442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46834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E5372-68E0-7A85-C155-1F1F3E5E1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09071-2CC7-8249-0CCF-8DBEB9670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Comments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8022D-A1A8-F611-511D-9062B58375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When to use comments ?</a:t>
            </a:r>
          </a:p>
          <a:p>
            <a:r>
              <a:rPr lang="en-US" dirty="0"/>
              <a:t>Explain complex logic</a:t>
            </a:r>
          </a:p>
          <a:p>
            <a:r>
              <a:rPr lang="en-US" dirty="0"/>
              <a:t>Temporarily disable code without deleting it.</a:t>
            </a:r>
          </a:p>
          <a:p>
            <a:r>
              <a:rPr lang="en-US" dirty="0"/>
              <a:t>Add documentation to our code.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9C380-DB81-F8D2-0D1E-BFB117CB8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613246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565C2-1517-55B6-B809-94AD7B9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C5221-C600-204E-7010-8F3A1FF75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Complete First Java Program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689F3-0726-BD2A-6E78-4EFF7AF26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Version 1: Modern (Latest)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A3746-72B7-80C0-F6D4-648B9F9D4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83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9FE329-3DFB-2D50-F69F-2246A6C51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70" y="2239971"/>
            <a:ext cx="10076459" cy="343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8460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60486-0172-3A93-D2D6-D6C659597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8DF86-8286-0404-7787-9960FB54C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Complete First Java Program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6481E-B07A-CF96-E4D8-BA0BD03BB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Version 2: Classic (Industry Standard)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16E85-E1BF-E364-5DE0-4868B7229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84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FF53BE-3228-CA3D-375E-9BA18BCC5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02" y="2054774"/>
            <a:ext cx="10342995" cy="380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58508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CD9D9-C14A-450B-2814-6F69771B5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D74E-27BE-D77B-ED53-3BC8A4641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F3932-3E69-FBDC-77D9-7E7F20FE6C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entry point of a Java program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The </a:t>
            </a:r>
            <a:r>
              <a:rPr lang="en-US" b="1" i="1" dirty="0"/>
              <a:t>main</a:t>
            </a:r>
            <a:r>
              <a:rPr lang="en-US" i="1" dirty="0"/>
              <a:t> </a:t>
            </a:r>
            <a:r>
              <a:rPr lang="en-US" dirty="0"/>
              <a:t>method – </a:t>
            </a:r>
            <a:r>
              <a:rPr lang="en-US" b="1" i="1" dirty="0"/>
              <a:t>public static void main(String[] args)</a:t>
            </a:r>
            <a:endParaRPr lang="en-US" dirty="0"/>
          </a:p>
          <a:p>
            <a:r>
              <a:rPr lang="en-US" dirty="0"/>
              <a:t>JVM always starts execution from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DEFAE-7E4E-5467-2D8B-085D879A9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700761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B4F4B-84C2-B22E-8A96-2D55FDEFC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00131-17CD-1ADB-5B61-179E94117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50A6B-949C-5E90-B65D-BC38A198E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</a:t>
            </a:r>
            <a:r>
              <a:rPr lang="en-US" b="1" i="1" dirty="0" err="1"/>
              <a:t>System.out.println</a:t>
            </a:r>
            <a:r>
              <a:rPr lang="en-US" b="1" dirty="0"/>
              <a:t> &amp; </a:t>
            </a:r>
            <a:r>
              <a:rPr lang="en-US" b="1" i="1" dirty="0" err="1"/>
              <a:t>System.out.print</a:t>
            </a:r>
            <a:r>
              <a:rPr lang="en-US" b="1" dirty="0"/>
              <a:t>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i="1" dirty="0" err="1"/>
              <a:t>println</a:t>
            </a:r>
            <a:r>
              <a:rPr lang="en-US" dirty="0"/>
              <a:t> prints the content AND moves cursor to the next line.</a:t>
            </a:r>
          </a:p>
          <a:p>
            <a:r>
              <a:rPr lang="en-US" b="1" i="1" dirty="0"/>
              <a:t>print </a:t>
            </a:r>
            <a:r>
              <a:rPr lang="en-US" dirty="0"/>
              <a:t>only prints the content – cursor stays on the same line.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03D5CD-CA63-3FB3-40F9-D498A7FBB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2399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25A5E-A791-01B4-C209-2A26E15E5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47109-F3D5-907A-B81F-C5A07CADD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13C24-E409-4BEE-3239-390E058A1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return type of the main method &amp; why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i="1" dirty="0"/>
              <a:t>void</a:t>
            </a:r>
            <a:r>
              <a:rPr lang="en-US" dirty="0"/>
              <a:t> – because main doesn’t return any value to the caller.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4FF79-FB3A-864E-6BF8-E7A9454E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80033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BADD-BA4F-D499-4496-E8E577E9F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6FA52-4849-B29E-0914-13CF1AA51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1B1FB-A5D4-7E52-9202-C0EE61E3F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a String in Java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A string is a sequence of characters enclosed in double quotes </a:t>
            </a:r>
            <a:r>
              <a:rPr lang="en-US" b="1" i="1" dirty="0"/>
              <a:t>“”</a:t>
            </a:r>
            <a:r>
              <a:rPr lang="en-US" dirty="0"/>
              <a:t>.</a:t>
            </a:r>
          </a:p>
          <a:p>
            <a:r>
              <a:rPr lang="en-US" dirty="0"/>
              <a:t>Anything inside </a:t>
            </a:r>
            <a:r>
              <a:rPr lang="en-US" b="1" i="1" dirty="0"/>
              <a:t>“”</a:t>
            </a:r>
            <a:r>
              <a:rPr lang="en-US" dirty="0"/>
              <a:t> is treated as text, not evaluated.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0A508-8CC3-BB11-EA35-46C3C6BE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523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A874C-259A-5091-21CC-69AE766C0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CC0E-32F9-DF4D-409C-40E8FFA96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D80FB-4FE0-B170-99E9-BB44C08ED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</a:t>
            </a:r>
            <a:r>
              <a:rPr lang="en-US" b="1" i="1" dirty="0"/>
              <a:t>“4 + 3</a:t>
            </a:r>
            <a:r>
              <a:rPr lang="en-US" b="1" dirty="0"/>
              <a:t>” &amp; </a:t>
            </a:r>
            <a:r>
              <a:rPr lang="en-US" b="1" i="1" dirty="0"/>
              <a:t>4 + 3 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i="1" dirty="0"/>
              <a:t>“4 + 3”</a:t>
            </a:r>
            <a:r>
              <a:rPr lang="en-US" dirty="0"/>
              <a:t> is a String – printed as-is.</a:t>
            </a:r>
          </a:p>
          <a:p>
            <a:r>
              <a:rPr lang="en-US" b="1" i="1" dirty="0"/>
              <a:t>4 + 3</a:t>
            </a:r>
            <a:r>
              <a:rPr lang="en-US" dirty="0"/>
              <a:t> is an arithmetic expression – evaluated first (=7), then printed.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3CBAC-DED1-8D65-3D98-7685E2ADB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29219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345B4-2A6D-252E-4639-69F1E53F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2B700-70EC-02BA-FC18-330C7D337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4 -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A3111-1D19-FB07-AF1C-6985049BB7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are comments in Java &amp; what are the types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Comments are non-executed lines ignored by compiler.</a:t>
            </a:r>
          </a:p>
          <a:p>
            <a:r>
              <a:rPr lang="en-US" dirty="0"/>
              <a:t>Types:</a:t>
            </a:r>
          </a:p>
          <a:p>
            <a:pPr lvl="1"/>
            <a:r>
              <a:rPr lang="en-US" dirty="0"/>
              <a:t>Single-line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i="1" dirty="0">
                <a:sym typeface="Wingdings" panose="05000000000000000000" pitchFamily="2" charset="2"/>
              </a:rPr>
              <a:t>//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Multi-line  </a:t>
            </a:r>
            <a:r>
              <a:rPr lang="en-US" b="1" i="1" dirty="0">
                <a:sym typeface="Wingdings" panose="05000000000000000000" pitchFamily="2" charset="2"/>
              </a:rPr>
              <a:t>/* */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18CA9-0E04-EADB-B061-BD5D062E2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248047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0FE78-8B29-9301-0C86-55189C248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3AE8D-E123-F282-0779-2AC91716E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5 – Variables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1A5FA9-2C83-62F4-5275-9830301C9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339040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FEFF-9577-2DBF-8502-5D0A37B4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0AA45-0406-9497-7EFB-02604839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1. What is a Variable 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F36EE-3075-9112-955A-9F4F28B4C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Variable</a:t>
            </a:r>
            <a:r>
              <a:rPr lang="en-US" dirty="0"/>
              <a:t> is a </a:t>
            </a:r>
            <a:r>
              <a:rPr lang="en-US" b="1" dirty="0"/>
              <a:t>named storage location</a:t>
            </a:r>
            <a:r>
              <a:rPr lang="en-US" dirty="0"/>
              <a:t> in memory used to store, read, update, and access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Memory Analogy:</a:t>
            </a:r>
          </a:p>
          <a:p>
            <a:pPr marL="0" indent="0">
              <a:buNone/>
            </a:pPr>
            <a:r>
              <a:rPr lang="en-US" dirty="0"/>
              <a:t>Memory </a:t>
            </a:r>
            <a:r>
              <a:rPr lang="en-US" dirty="0">
                <a:sym typeface="Wingdings" panose="05000000000000000000" pitchFamily="2" charset="2"/>
              </a:rPr>
              <a:t> Big building with many rooms.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Variable  Name given to a specific room.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Value  What’s stored inside that room.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1F11A-2FCB-D48D-AB12-64AE1C15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45696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73C21-69CC-3540-FDB8-33712F3D9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B8BFF-5D29-6DD4-9276-050574418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8372"/>
            <a:ext cx="10515600" cy="59779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Why do we need Variables ?</a:t>
            </a:r>
          </a:p>
          <a:p>
            <a:r>
              <a:rPr lang="en-US" dirty="0"/>
              <a:t>Data is stored in </a:t>
            </a:r>
            <a:r>
              <a:rPr lang="en-US" b="1" dirty="0"/>
              <a:t>memory locations</a:t>
            </a:r>
            <a:r>
              <a:rPr lang="en-US" dirty="0"/>
              <a:t>.</a:t>
            </a:r>
          </a:p>
          <a:p>
            <a:r>
              <a:rPr lang="en-US" dirty="0"/>
              <a:t>To access / modify a memory location </a:t>
            </a:r>
            <a:r>
              <a:rPr lang="en-US" dirty="0">
                <a:sym typeface="Wingdings" panose="05000000000000000000" pitchFamily="2" charset="2"/>
              </a:rPr>
              <a:t> we need its </a:t>
            </a:r>
            <a:r>
              <a:rPr lang="en-US" b="1" dirty="0">
                <a:sym typeface="Wingdings" panose="05000000000000000000" pitchFamily="2" charset="2"/>
              </a:rPr>
              <a:t>name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r>
              <a:rPr lang="en-US" dirty="0">
                <a:sym typeface="Wingdings" panose="05000000000000000000" pitchFamily="2" charset="2"/>
              </a:rPr>
              <a:t>Variable provides that </a:t>
            </a:r>
            <a:r>
              <a:rPr lang="en-US" b="1" dirty="0">
                <a:sym typeface="Wingdings" panose="05000000000000000000" pitchFamily="2" charset="2"/>
              </a:rPr>
              <a:t>name</a:t>
            </a:r>
            <a:r>
              <a:rPr lang="en-US" dirty="0">
                <a:sym typeface="Wingdings" panose="05000000000000000000" pitchFamily="2" charset="2"/>
              </a:rPr>
              <a:t> to the memory location.</a:t>
            </a:r>
          </a:p>
          <a:p>
            <a:r>
              <a:rPr lang="en-US" dirty="0">
                <a:sym typeface="Wingdings" panose="05000000000000000000" pitchFamily="2" charset="2"/>
              </a:rPr>
              <a:t>Without a name  </a:t>
            </a:r>
            <a:r>
              <a:rPr lang="en-US" b="1" dirty="0">
                <a:sym typeface="Wingdings" panose="05000000000000000000" pitchFamily="2" charset="2"/>
              </a:rPr>
              <a:t>cannot access</a:t>
            </a:r>
            <a:r>
              <a:rPr lang="en-US" dirty="0">
                <a:sym typeface="Wingdings" panose="05000000000000000000" pitchFamily="2" charset="2"/>
              </a:rPr>
              <a:t>  cannot perform operations.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39071-3DB2-0CC7-A0C6-0307F75BB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576694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75492-2144-60B1-A925-BDD134F0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181F2-1C66-D4E0-1666-78CD77E08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2. Variable Syntax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59E1E-1EFD-9CFE-3440-9B22E4650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94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18E85B-4066-B701-D415-7D418C620C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285875"/>
            <a:ext cx="8572500" cy="2143125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D7E5A3A-AA8A-6788-BA12-1E1FAF16D3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198840"/>
              </p:ext>
            </p:extLst>
          </p:nvPr>
        </p:nvGraphicFramePr>
        <p:xfrm>
          <a:off x="838200" y="3429000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462">
                  <a:extLst>
                    <a:ext uri="{9D8B030D-6E8A-4147-A177-3AD203B41FA5}">
                      <a16:colId xmlns:a16="http://schemas.microsoft.com/office/drawing/2014/main" val="487120426"/>
                    </a:ext>
                  </a:extLst>
                </a:gridCol>
                <a:gridCol w="2475186">
                  <a:extLst>
                    <a:ext uri="{9D8B030D-6E8A-4147-A177-3AD203B41FA5}">
                      <a16:colId xmlns:a16="http://schemas.microsoft.com/office/drawing/2014/main" val="111274492"/>
                    </a:ext>
                  </a:extLst>
                </a:gridCol>
                <a:gridCol w="5157952">
                  <a:extLst>
                    <a:ext uri="{9D8B030D-6E8A-4147-A177-3AD203B41FA5}">
                      <a16:colId xmlns:a16="http://schemas.microsoft.com/office/drawing/2014/main" val="4287086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Meaning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2835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datatype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int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Type of data to be stored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532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 err="1"/>
                        <a:t>variableName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age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 given to memory location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442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=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=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Assignment Operator (Stores value into variable)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146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i="1" dirty="0"/>
                        <a:t>value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Actual value stored in memory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13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181275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48D9-20BF-375D-8FA2-A5F4B0E71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408E6-3DF8-1959-3BF9-5AF7EDB6F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2. Variable Syntax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B1D5B-0E56-13DD-AA7B-81AED10AB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95</a:t>
            </a:fld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97C4E-FF20-037D-4941-1D67DD985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370" y="1324304"/>
            <a:ext cx="10065260" cy="25163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B0C22D-A540-687E-6E0F-54BC42619DE7}"/>
              </a:ext>
            </a:extLst>
          </p:cNvPr>
          <p:cNvSpPr txBox="1"/>
          <p:nvPr/>
        </p:nvSpPr>
        <p:spPr>
          <a:xfrm>
            <a:off x="838200" y="4004441"/>
            <a:ext cx="102904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happens in memory:</a:t>
            </a:r>
          </a:p>
          <a:p>
            <a:endParaRPr lang="en-US" b="1" dirty="0"/>
          </a:p>
          <a:p>
            <a:pPr algn="ctr"/>
            <a:r>
              <a:rPr lang="en-US" dirty="0"/>
              <a:t>Memory Block </a:t>
            </a:r>
            <a:r>
              <a:rPr lang="en-US" dirty="0">
                <a:sym typeface="Wingdings" panose="05000000000000000000" pitchFamily="2" charset="2"/>
              </a:rPr>
              <a:t> Named “age”  Contains value “5”  Type: Integer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169922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92073-F32A-F83C-FE57-9173DEE33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4D71-37C5-C6E0-5C7D-5C88E18C2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3. Assignment Operator (=)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6A0FC-AF1A-BB11-4CF4-07A0DB340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Assignment Operator (=)</a:t>
            </a:r>
            <a:r>
              <a:rPr lang="en-US" dirty="0"/>
              <a:t> assign / stored the value on the </a:t>
            </a:r>
            <a:r>
              <a:rPr lang="en-US" b="1" dirty="0"/>
              <a:t>right side</a:t>
            </a:r>
            <a:r>
              <a:rPr lang="en-US" dirty="0"/>
              <a:t> into the variable on the </a:t>
            </a:r>
            <a:r>
              <a:rPr lang="en-US" b="1" dirty="0"/>
              <a:t>left side.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86510-5F8A-371D-1170-C6E5B75FE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96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7FA585-F4C2-01BE-7C34-B4258CD21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42" y="2232660"/>
            <a:ext cx="9683115" cy="29794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DBEFA0-960B-3766-3921-35D1B204ABC7}"/>
              </a:ext>
            </a:extLst>
          </p:cNvPr>
          <p:cNvSpPr txBox="1"/>
          <p:nvPr/>
        </p:nvSpPr>
        <p:spPr>
          <a:xfrm>
            <a:off x="838200" y="5297214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=</a:t>
            </a:r>
            <a:r>
              <a:rPr lang="en-US" dirty="0"/>
              <a:t> in Java is NOT “equals to” – it means “</a:t>
            </a:r>
            <a:r>
              <a:rPr lang="en-US" b="1" i="1" dirty="0"/>
              <a:t>assign”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289253217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AD2C0-3842-3EA2-9CB3-4293B1D18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14798-2106-E6D8-ABE2-32EE7BC18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Declaration </a:t>
            </a:r>
            <a:r>
              <a:rPr lang="en-US" dirty="0"/>
              <a:t>vs </a:t>
            </a:r>
            <a:r>
              <a:rPr lang="en-US" b="1" dirty="0"/>
              <a:t>Initialization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2CF16-BCBB-C835-1220-6E099DB28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97</a:t>
            </a:fld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3A90E0F-2FB3-5663-197B-95ECFE438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1424888"/>
            <a:ext cx="8572500" cy="2667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C309BA1-4BAF-20AA-DB7C-E2F504F44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125" y="3956050"/>
            <a:ext cx="866775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99308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C0434-3307-2DCF-886E-BF03E7FB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D6BFE-8C91-D3EA-FDE4-071648D3B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Declaration </a:t>
            </a:r>
            <a:r>
              <a:rPr lang="en-US" dirty="0"/>
              <a:t>vs </a:t>
            </a:r>
            <a:r>
              <a:rPr lang="en-US" b="1" dirty="0"/>
              <a:t>Initialization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7437F8-0043-B0E8-2C6F-72600F410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98</a:t>
            </a:fld>
            <a:endParaRPr lang="en-IN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7ECD01-98DC-0026-9FBE-8699A2437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913" y="1324304"/>
            <a:ext cx="7037767" cy="27996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3190C4-683A-FD78-EFD8-273013566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5382" y="3840327"/>
            <a:ext cx="7041236" cy="301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8684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E8C6E-11A5-3008-7D20-D620DFD12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C6276-CC78-F652-E345-3ADBE9A1D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Variable Naming Rules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DDF3F-F4C7-4B95-08F5-00E862CE1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786"/>
            <a:ext cx="10515600" cy="479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RULE 1: </a:t>
            </a:r>
            <a:r>
              <a:rPr lang="en-US" dirty="0"/>
              <a:t>Case Sensitive</a:t>
            </a:r>
          </a:p>
          <a:p>
            <a:pPr lvl="1"/>
            <a:r>
              <a:rPr lang="en-US" dirty="0"/>
              <a:t>Java is </a:t>
            </a:r>
            <a:r>
              <a:rPr lang="en-US" b="1" dirty="0"/>
              <a:t>case sensitive</a:t>
            </a:r>
            <a:r>
              <a:rPr lang="en-US" dirty="0"/>
              <a:t> – </a:t>
            </a:r>
            <a:r>
              <a:rPr lang="en-US" b="1" i="1" dirty="0"/>
              <a:t>age</a:t>
            </a:r>
            <a:r>
              <a:rPr lang="en-US" dirty="0"/>
              <a:t> and </a:t>
            </a:r>
            <a:r>
              <a:rPr lang="en-US" b="1" i="1" dirty="0"/>
              <a:t>AGE</a:t>
            </a:r>
            <a:r>
              <a:rPr lang="en-US" dirty="0"/>
              <a:t> are two different variables.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22A64-E45D-5FF3-7BC1-ED101CDC9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99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7BB92E-4034-6EC6-CD24-1D1E4272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5" y="2384424"/>
            <a:ext cx="8667750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023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F704E-F418-DADB-9889-546226D8F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ABE3A-FA41-AC63-AE82-1ED7C8E00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Variable Naming Rules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5A701-6792-5A33-43CD-EEE353EA8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RULE 2: </a:t>
            </a:r>
            <a:r>
              <a:rPr lang="en-US" dirty="0"/>
              <a:t>Starting Character</a:t>
            </a:r>
            <a:endParaRPr lang="en-US" b="1" i="1" dirty="0"/>
          </a:p>
          <a:p>
            <a:pPr lvl="1"/>
            <a:r>
              <a:rPr lang="en-US" dirty="0"/>
              <a:t>Variable name can </a:t>
            </a:r>
            <a:r>
              <a:rPr lang="en-US" b="1" dirty="0"/>
              <a:t>START</a:t>
            </a:r>
            <a:r>
              <a:rPr lang="en-US" dirty="0"/>
              <a:t> with: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9F806-2135-8A08-6997-8DEAB7114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100</a:t>
            </a:fld>
            <a:endParaRPr lang="en-IN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F5DEAE5-68B0-51E8-E220-A3F1E8BEA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61682"/>
              </p:ext>
            </p:extLst>
          </p:nvPr>
        </p:nvGraphicFramePr>
        <p:xfrm>
          <a:off x="838197" y="2266941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44633109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62460421"/>
                    </a:ext>
                  </a:extLst>
                </a:gridCol>
              </a:tblGrid>
              <a:tr h="2648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Allowed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2829739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Lowercase letter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age, name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9393390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Uppercase letter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Age, Name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4882068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Underscore (</a:t>
                      </a:r>
                      <a:r>
                        <a:rPr lang="en-US" b="1" dirty="0"/>
                        <a:t>_</a:t>
                      </a:r>
                      <a:r>
                        <a:rPr lang="en-US" b="0" dirty="0"/>
                        <a:t>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_age, _name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853416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Dollar sign (</a:t>
                      </a:r>
                      <a:r>
                        <a:rPr lang="en-US" b="1" dirty="0"/>
                        <a:t>$</a:t>
                      </a:r>
                      <a:r>
                        <a:rPr lang="en-US" b="0" dirty="0"/>
                        <a:t>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$age, $name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890211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47B76D82-A457-14A2-CAD1-073E6D0CD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364" y="4095742"/>
            <a:ext cx="6445267" cy="276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35756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67407-9C62-952F-739F-B45C727C8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F22A9-DA8A-251D-AB43-2C4CFF3BB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Variable Naming Rules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CF36C-F5BE-D691-8E74-B9331C890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RULE 3: </a:t>
            </a:r>
            <a:r>
              <a:rPr lang="en-US" dirty="0"/>
              <a:t>Subsequent Characters</a:t>
            </a:r>
            <a:endParaRPr lang="en-US" b="1" i="1" dirty="0"/>
          </a:p>
          <a:p>
            <a:pPr lvl="1"/>
            <a:r>
              <a:rPr lang="en-US" dirty="0"/>
              <a:t>After the first character, we can use: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B48D6-9E1D-FB6A-711E-014B546BA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101</a:t>
            </a:fld>
            <a:endParaRPr lang="en-IN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6854E2-FF58-BA5A-23B4-B12092120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372410"/>
              </p:ext>
            </p:extLst>
          </p:nvPr>
        </p:nvGraphicFramePr>
        <p:xfrm>
          <a:off x="838197" y="2266941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44633109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62460421"/>
                    </a:ext>
                  </a:extLst>
                </a:gridCol>
              </a:tblGrid>
              <a:tr h="2648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Allowed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2829739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Letters (a – z, A – Z)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age1,  Age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9393390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Digits (0 – 9)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age1, var2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4882068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Underscore (</a:t>
                      </a:r>
                      <a:r>
                        <a:rPr lang="en-US" b="1" dirty="0"/>
                        <a:t>_</a:t>
                      </a:r>
                      <a:r>
                        <a:rPr lang="en-US" b="0" dirty="0"/>
                        <a:t>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My_age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853416"/>
                  </a:ext>
                </a:extLst>
              </a:tr>
              <a:tr h="264800">
                <a:tc>
                  <a:txBody>
                    <a:bodyPr/>
                    <a:lstStyle/>
                    <a:p>
                      <a:r>
                        <a:rPr lang="en-US" dirty="0"/>
                        <a:t>Dollar sign (</a:t>
                      </a:r>
                      <a:r>
                        <a:rPr lang="en-US" b="1" dirty="0"/>
                        <a:t>$</a:t>
                      </a:r>
                      <a:r>
                        <a:rPr lang="en-US" b="0" dirty="0"/>
                        <a:t>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my$age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890211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53EB93E-11AD-78C4-59D8-DEB0E0E2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2" y="3933825"/>
            <a:ext cx="8667750" cy="292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80174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02D5C-1D0C-228A-8B10-B5DE3EB56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C919-CE89-9F28-0C1F-B4B3D35C4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Variable Naming Rules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99CE7-2B44-0877-AB29-0A39B8C6D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RULE 4: </a:t>
            </a:r>
            <a:r>
              <a:rPr lang="en-US" dirty="0"/>
              <a:t>No reserved Keywords</a:t>
            </a:r>
            <a:endParaRPr lang="en-US" b="1" i="1" dirty="0"/>
          </a:p>
          <a:p>
            <a:pPr lvl="1"/>
            <a:r>
              <a:rPr lang="en-US" b="1" dirty="0"/>
              <a:t>Reserved keywords</a:t>
            </a:r>
            <a:r>
              <a:rPr lang="en-US" dirty="0"/>
              <a:t> are words that have a </a:t>
            </a:r>
            <a:r>
              <a:rPr lang="en-US" b="1" dirty="0"/>
              <a:t>specific predefined meaning</a:t>
            </a:r>
            <a:r>
              <a:rPr lang="en-US" dirty="0"/>
              <a:t> in Java – they CANNOT be used as variable names.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11D301-5D30-DCD7-4935-356CB245D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102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BA0DC3-13B3-01FA-456F-5203449AE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38" y="2524696"/>
            <a:ext cx="10215524" cy="344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02096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672-96BF-B7B7-1C1B-FE08742D5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FA809-0FF8-F4FA-8C6D-841A7210C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Variable Naming Rules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39E1C-465C-0574-8E21-ED756EAB6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Some Java Reserved Keywords: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666A89-3CBA-499C-AC7E-F3585C000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103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E5A339-5415-6D39-2212-726B8C081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857424"/>
              </p:ext>
            </p:extLst>
          </p:nvPr>
        </p:nvGraphicFramePr>
        <p:xfrm>
          <a:off x="838200" y="2096485"/>
          <a:ext cx="10515600" cy="370840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62302562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4616024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84271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384000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99174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abstract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assert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byte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125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catch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const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967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continue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default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else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986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 err="1"/>
                        <a:t>enum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extends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finally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float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380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 err="1"/>
                        <a:t>goto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if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implements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import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491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 err="1"/>
                        <a:t>instanceof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native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92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new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protected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public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75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return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short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super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switch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87095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synchronized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this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throw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throws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4703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void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volatile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while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strictfp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transient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94653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0DEC0B-CFEC-9D5D-1FCB-480572AB1B5B}"/>
              </a:ext>
            </a:extLst>
          </p:cNvPr>
          <p:cNvSpPr txBox="1"/>
          <p:nvPr/>
        </p:nvSpPr>
        <p:spPr>
          <a:xfrm>
            <a:off x="838200" y="6032499"/>
            <a:ext cx="9535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Java has approximately </a:t>
            </a:r>
            <a:r>
              <a:rPr lang="en-IN" b="1" dirty="0"/>
              <a:t>50 reserved keywords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336192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94F8-C193-DFE3-497A-F5492C3A9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054CC-5784-6A13-1AC0-8FD518D08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Variable Naming Rules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C9297-7685-69D7-A2F3-2EFB2342A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RULE 5: </a:t>
            </a:r>
            <a:r>
              <a:rPr lang="en-US" dirty="0"/>
              <a:t>Length – Keep it Meaningful</a:t>
            </a:r>
            <a:endParaRPr lang="en-US" b="1" i="1" dirty="0"/>
          </a:p>
          <a:p>
            <a:pPr lvl="1"/>
            <a:r>
              <a:rPr lang="en-US" dirty="0"/>
              <a:t>No strict length limit BUT variable names must be </a:t>
            </a:r>
            <a:r>
              <a:rPr lang="en-US" b="1" dirty="0"/>
              <a:t>meaningful and intuitive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D2F48-C8FF-A537-A09F-C4C5DF7C0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104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6436B4-732D-FE65-2383-E39385B17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5" y="2619375"/>
            <a:ext cx="866775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44715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5FC4-3D99-F846-3840-FAB35860A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8F5CD-2447-E9FF-3EBB-BC4C2EE2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Naming Conventions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86633-A307-448C-A762-2763F2DE5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Convention 1: </a:t>
            </a:r>
            <a:r>
              <a:rPr lang="en-US" dirty="0"/>
              <a:t>camelCase (for regular variables)</a:t>
            </a:r>
          </a:p>
          <a:p>
            <a:pPr lvl="1"/>
            <a:r>
              <a:rPr lang="en-US" b="1" dirty="0"/>
              <a:t>camelCase</a:t>
            </a:r>
            <a:r>
              <a:rPr lang="en-US" dirty="0"/>
              <a:t>: First word all lowercase, every subsequent word starts with Uppercase.</a:t>
            </a:r>
          </a:p>
          <a:p>
            <a:pPr lvl="1"/>
            <a:endParaRPr lang="en-US" b="1" dirty="0"/>
          </a:p>
          <a:p>
            <a:pPr marL="0" indent="0">
              <a:buNone/>
            </a:pPr>
            <a:r>
              <a:rPr lang="en-US" b="1" dirty="0"/>
              <a:t>Rules:</a:t>
            </a:r>
          </a:p>
          <a:p>
            <a:r>
              <a:rPr lang="en-US" dirty="0"/>
              <a:t>First word </a:t>
            </a:r>
            <a:r>
              <a:rPr lang="en-US" dirty="0">
                <a:sym typeface="Wingdings" panose="05000000000000000000" pitchFamily="2" charset="2"/>
              </a:rPr>
              <a:t> ALL lowercase</a:t>
            </a:r>
          </a:p>
          <a:p>
            <a:r>
              <a:rPr lang="en-US" dirty="0">
                <a:sym typeface="Wingdings" panose="05000000000000000000" pitchFamily="2" charset="2"/>
              </a:rPr>
              <a:t>Every next word  First letter UPPERCASE, rest lowercase.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1F482-AAB7-BA73-1E6B-7058B72C2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49742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EB62D-A4A1-B039-4008-3F4CA2634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FF7DD-EF2F-0A95-151E-9D90148BD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Naming Conventions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F774A-B3A4-DBF5-EAE3-0149BE9A9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Examples: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3BEFA-EEF7-E2F0-F52B-F1D9A9F65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106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634C7D8-9BD3-293D-F389-9D2B712D0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53361"/>
              </p:ext>
            </p:extLst>
          </p:nvPr>
        </p:nvGraphicFramePr>
        <p:xfrm>
          <a:off x="838200" y="1902080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45931751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2843687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Multiple Words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camelCase Variable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0433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my name is shubham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myNameIsShubham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 marks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totalMarks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665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days in a year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daysInAYear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66550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my age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myAge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035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Student roll number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 err="1"/>
                        <a:t>studentRollNumber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0219185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EF46E933-2E99-9C98-31E6-E90EADE6F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582" y="4127120"/>
            <a:ext cx="8204835" cy="252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8566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9C9C3-1E8A-801F-360A-D235AF224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BEDE9-1CB1-3542-454C-4D25195B9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Naming Conventions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CD969-5B6F-E53A-FB52-053A1E4D4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Convention 2: </a:t>
            </a:r>
            <a:r>
              <a:rPr lang="en-US" dirty="0"/>
              <a:t>ALL_CAPS (for Constants)</a:t>
            </a:r>
          </a:p>
          <a:p>
            <a:pPr lvl="1"/>
            <a:r>
              <a:rPr lang="en-US" b="1" dirty="0"/>
              <a:t>Constants</a:t>
            </a:r>
            <a:r>
              <a:rPr lang="en-US" dirty="0"/>
              <a:t> = Values that never change – use ALL UPPERCASE with underscore.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4FB7B-0EC9-4658-A936-59DFB4919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107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4B9D45-59A2-7748-9C9B-605FE9449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4" y="2283482"/>
            <a:ext cx="8908517" cy="38179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3D5AFE-FD5A-B8FC-6BB9-6BF98C16CAB9}"/>
              </a:ext>
            </a:extLst>
          </p:cNvPr>
          <p:cNvSpPr txBox="1"/>
          <p:nvPr/>
        </p:nvSpPr>
        <p:spPr>
          <a:xfrm>
            <a:off x="838200" y="6101419"/>
            <a:ext cx="93936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 real production code </a:t>
            </a:r>
            <a:r>
              <a:rPr lang="en-US" sz="2400" dirty="0">
                <a:sym typeface="Wingdings" panose="05000000000000000000" pitchFamily="2" charset="2"/>
              </a:rPr>
              <a:t> </a:t>
            </a:r>
            <a:r>
              <a:rPr lang="en-US" sz="2400" b="1" dirty="0">
                <a:sym typeface="Wingdings" panose="05000000000000000000" pitchFamily="2" charset="2"/>
              </a:rPr>
              <a:t>all constants are UPPER_CASE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7119749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B5D5-D936-5DD1-AA1F-74A2C107F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2DB4E-3E96-565A-CDAC-9ED31775D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7. Complete Code Example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0451F-35DD-D5E0-B1A2-A42A713E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423C57-0583-1AB2-814D-BE709D2A8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033" y="1108683"/>
            <a:ext cx="4387933" cy="574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96636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0054A-F2A1-0630-809F-2477A7FDA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C6811-58C0-ACAA-4BDC-D9AA13A00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5 -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4590C-18DE-24E7-C198-59D4F9FAE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a variable in Java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A Variable is a named storage location in memory that holds data of a specific type.</a:t>
            </a:r>
          </a:p>
          <a:p>
            <a:r>
              <a:rPr lang="en-US" dirty="0"/>
              <a:t>It allows us to read, write, update, and access data stored at the memory location.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8B9F0-6612-FAB9-54DF-9E56428C7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86967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1159-596C-53D5-D6A3-BD8E60C73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4E644-0504-C1CC-1907-A8D3A323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5 -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C06CB-6092-AE58-8C11-0BEB463D7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</a:t>
            </a:r>
            <a:r>
              <a:rPr lang="en-US" b="1" i="1" dirty="0"/>
              <a:t>variable declaration </a:t>
            </a:r>
            <a:r>
              <a:rPr lang="en-US" b="1" dirty="0"/>
              <a:t>and </a:t>
            </a:r>
            <a:r>
              <a:rPr lang="en-US" b="1" i="1" dirty="0"/>
              <a:t>initialization</a:t>
            </a:r>
            <a:r>
              <a:rPr lang="en-US" b="1" dirty="0"/>
              <a:t>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Declaration:</a:t>
            </a:r>
            <a:r>
              <a:rPr lang="en-US" dirty="0"/>
              <a:t> Creating a variable without assigning value (</a:t>
            </a:r>
            <a:r>
              <a:rPr lang="en-US" b="1" i="1" dirty="0"/>
              <a:t>int age;</a:t>
            </a:r>
            <a:r>
              <a:rPr lang="en-US" dirty="0"/>
              <a:t>).</a:t>
            </a:r>
          </a:p>
          <a:p>
            <a:r>
              <a:rPr lang="en-US" b="1" dirty="0"/>
              <a:t>Initialization:</a:t>
            </a:r>
            <a:r>
              <a:rPr lang="en-US" dirty="0"/>
              <a:t> Declaring AND assigning a value at the same time (</a:t>
            </a:r>
            <a:r>
              <a:rPr lang="en-US" b="1" i="1" dirty="0"/>
              <a:t>int age = 5;</a:t>
            </a:r>
            <a:r>
              <a:rPr lang="en-US" dirty="0"/>
              <a:t>).</a:t>
            </a:r>
          </a:p>
          <a:p>
            <a:r>
              <a:rPr lang="en-US" dirty="0"/>
              <a:t>Using an uninitialized variable cause a compile error.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71D08-F4BE-0FBD-4472-179EFB42A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778529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19DD2-1696-0735-AFE8-21B2889A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4A415-7098-9F87-4252-10439A924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5 -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926B6-FEBE-6BFF-16C5-6D8B98295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Is Java case sensitive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Yes, </a:t>
            </a:r>
            <a:r>
              <a:rPr lang="en-US" b="1" i="1" dirty="0"/>
              <a:t>age</a:t>
            </a:r>
            <a:r>
              <a:rPr lang="en-US" dirty="0"/>
              <a:t>, </a:t>
            </a:r>
            <a:r>
              <a:rPr lang="en-US" b="1" i="1" dirty="0"/>
              <a:t>Age</a:t>
            </a:r>
            <a:r>
              <a:rPr lang="en-US" dirty="0"/>
              <a:t>, and </a:t>
            </a:r>
            <a:r>
              <a:rPr lang="en-US" b="1" i="1" dirty="0"/>
              <a:t>AGE</a:t>
            </a:r>
            <a:r>
              <a:rPr lang="en-US" dirty="0"/>
              <a:t> are three completely different variables in Java.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8A006-34BD-EB97-1FB1-E44D338F2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828052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95874-4735-8BC3-3EE1-FB742D47F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3E12-F807-C74C-9007-1E51D14D6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5 -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C1A808-B102-F936-438D-11F692723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are reserved keywords ? Give examples.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Reserved keywords are predefined words with specific meaning in Java – they cannot be used as variable names.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b="1" i="1" dirty="0"/>
              <a:t>class</a:t>
            </a:r>
            <a:r>
              <a:rPr lang="en-US" dirty="0"/>
              <a:t>,</a:t>
            </a:r>
          </a:p>
          <a:p>
            <a:pPr lvl="1"/>
            <a:r>
              <a:rPr lang="en-US" b="1" dirty="0"/>
              <a:t>static</a:t>
            </a:r>
            <a:r>
              <a:rPr lang="en-US" dirty="0"/>
              <a:t>,</a:t>
            </a:r>
          </a:p>
          <a:p>
            <a:pPr lvl="1"/>
            <a:r>
              <a:rPr lang="en-US" b="1" dirty="0"/>
              <a:t>void</a:t>
            </a:r>
            <a:r>
              <a:rPr lang="en-US" dirty="0"/>
              <a:t>,</a:t>
            </a:r>
          </a:p>
          <a:p>
            <a:pPr lvl="1"/>
            <a:r>
              <a:rPr lang="en-US" b="1" dirty="0"/>
              <a:t>int</a:t>
            </a:r>
            <a:r>
              <a:rPr lang="en-US" dirty="0"/>
              <a:t>,</a:t>
            </a:r>
          </a:p>
          <a:p>
            <a:pPr lvl="1"/>
            <a:r>
              <a:rPr lang="en-US" b="1" dirty="0"/>
              <a:t>for</a:t>
            </a:r>
            <a:r>
              <a:rPr lang="en-US" dirty="0"/>
              <a:t>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DECE9-4C1C-CB02-ED1C-398285E0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980535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8F6F5-9A86-1B25-2A3D-D56AFA88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258EB-1BBC-DEC2-1344-62FF34B2A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5 -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12F8F-9249-C74B-494A-23D055D8C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camelCase &amp; when is it used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camelCase is a naming convention where the first word is all lowercase and every subsequent word starts with uppercase.</a:t>
            </a:r>
          </a:p>
          <a:p>
            <a:r>
              <a:rPr lang="en-US" dirty="0"/>
              <a:t>Used for regular variable names.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b="1" i="1" dirty="0" err="1"/>
              <a:t>totalMarks</a:t>
            </a:r>
            <a:r>
              <a:rPr lang="en-US" dirty="0"/>
              <a:t>,</a:t>
            </a:r>
          </a:p>
          <a:p>
            <a:pPr lvl="1"/>
            <a:r>
              <a:rPr lang="en-US" b="1" i="1" dirty="0" err="1"/>
              <a:t>myAge</a:t>
            </a:r>
            <a:r>
              <a:rPr lang="en-US" dirty="0"/>
              <a:t>,</a:t>
            </a:r>
          </a:p>
          <a:p>
            <a:pPr lvl="1"/>
            <a:r>
              <a:rPr lang="en-US" b="1" i="1" dirty="0" err="1"/>
              <a:t>studentRollNumber</a:t>
            </a:r>
            <a:r>
              <a:rPr lang="en-US" dirty="0"/>
              <a:t>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5D716-499D-08CF-EF92-F87094C65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3784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3BF76-522F-524A-E3AA-915774301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E5BBE-CBF3-46B4-D6D2-FC57B86EC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5 -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11EFD-7DBC-E8CC-420F-FA0C01FB0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naming convention is used for constants in Java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ALL_CAPS with underscores.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b="1" i="1" dirty="0"/>
              <a:t>DAYS_IN_A_YEAR = 365,</a:t>
            </a:r>
          </a:p>
          <a:p>
            <a:pPr lvl="1"/>
            <a:r>
              <a:rPr lang="en-US" b="1" i="1" dirty="0"/>
              <a:t>MAX_SIZE = 100</a:t>
            </a:r>
          </a:p>
          <a:p>
            <a:r>
              <a:rPr lang="en-US" dirty="0"/>
              <a:t>This signals that the value never changes.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235F8-0881-D64E-7262-F71203872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189480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26359-C4B9-4C1E-9AF2-E825C621C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DEC4-F74E-1BC6-680C-70B5917E6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/>
              <a:t>Lecture 6 – </a:t>
            </a:r>
            <a:r>
              <a:rPr lang="en-IN" b="1" i="1" dirty="0"/>
              <a:t>Data Types &amp; Type Casting in Java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5D6E63-1013-28CC-906A-4851E435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95957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CA50B-9259-4418-FD3F-BF493A96B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837F0-CDD8-B18F-2AE2-A04182982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1. What is a Data Type 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9BE2C-7760-DF71-107C-3E4302AF6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Data Type</a:t>
            </a:r>
            <a:r>
              <a:rPr lang="en-US" dirty="0"/>
              <a:t> is an entity that defines </a:t>
            </a:r>
            <a:r>
              <a:rPr lang="en-US" b="1" dirty="0"/>
              <a:t>what kind of data</a:t>
            </a:r>
            <a:r>
              <a:rPr lang="en-US" dirty="0"/>
              <a:t> a variable will store &amp; work with.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Every Data Type tells us TWO things: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9EC52-618E-1D5E-F0F3-A8A09876B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116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848ACC-E6D7-487F-77D1-845C097E54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67141"/>
              </p:ext>
            </p:extLst>
          </p:nvPr>
        </p:nvGraphicFramePr>
        <p:xfrm>
          <a:off x="2032000" y="342900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3228">
                  <a:extLst>
                    <a:ext uri="{9D8B030D-6E8A-4147-A177-3AD203B41FA5}">
                      <a16:colId xmlns:a16="http://schemas.microsoft.com/office/drawing/2014/main" val="573939815"/>
                    </a:ext>
                  </a:extLst>
                </a:gridCol>
                <a:gridCol w="4594772">
                  <a:extLst>
                    <a:ext uri="{9D8B030D-6E8A-4147-A177-3AD203B41FA5}">
                      <a16:colId xmlns:a16="http://schemas.microsoft.com/office/drawing/2014/main" val="8312862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Information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7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Type of Data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integer, character, decimal, true / false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9241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Size of Data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How many bytes it occupies in memory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135965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671BFE6-A701-3D6E-641C-033BBBEF9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236" y="4457187"/>
            <a:ext cx="4629528" cy="253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7022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C6EB2-884A-CB3A-782A-839AFFE9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7B5E8-60C3-D24A-318A-A2EDD52E3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2. Category of Data Types in Java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75521-B00D-93F9-605A-349C10EBA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117</a:t>
            </a:fld>
            <a:endParaRPr lang="en-IN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FC0CCD7C-0AF9-A165-0BE6-713CA696FE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5279491"/>
              </p:ext>
            </p:extLst>
          </p:nvPr>
        </p:nvGraphicFramePr>
        <p:xfrm>
          <a:off x="1502156" y="1324304"/>
          <a:ext cx="9187688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232202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6C2C1-3CEE-4132-5774-B58659F29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DBD35-DA71-5BCB-DEFD-52B8D9BEC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3. Primitive Data Type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7A19C-6DA7-6ED5-479E-1DD5A0572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118</a:t>
            </a:fld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D245B84-4107-93F6-F233-9B3F193C2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0445226"/>
              </p:ext>
            </p:extLst>
          </p:nvPr>
        </p:nvGraphicFramePr>
        <p:xfrm>
          <a:off x="189186" y="1389380"/>
          <a:ext cx="11761075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2215">
                  <a:extLst>
                    <a:ext uri="{9D8B030D-6E8A-4147-A177-3AD203B41FA5}">
                      <a16:colId xmlns:a16="http://schemas.microsoft.com/office/drawing/2014/main" val="3589726088"/>
                    </a:ext>
                  </a:extLst>
                </a:gridCol>
                <a:gridCol w="2352215">
                  <a:extLst>
                    <a:ext uri="{9D8B030D-6E8A-4147-A177-3AD203B41FA5}">
                      <a16:colId xmlns:a16="http://schemas.microsoft.com/office/drawing/2014/main" val="228676121"/>
                    </a:ext>
                  </a:extLst>
                </a:gridCol>
                <a:gridCol w="2352215">
                  <a:extLst>
                    <a:ext uri="{9D8B030D-6E8A-4147-A177-3AD203B41FA5}">
                      <a16:colId xmlns:a16="http://schemas.microsoft.com/office/drawing/2014/main" val="2045369681"/>
                    </a:ext>
                  </a:extLst>
                </a:gridCol>
                <a:gridCol w="2352215">
                  <a:extLst>
                    <a:ext uri="{9D8B030D-6E8A-4147-A177-3AD203B41FA5}">
                      <a16:colId xmlns:a16="http://schemas.microsoft.com/office/drawing/2014/main" val="1482249199"/>
                    </a:ext>
                  </a:extLst>
                </a:gridCol>
                <a:gridCol w="2352215">
                  <a:extLst>
                    <a:ext uri="{9D8B030D-6E8A-4147-A177-3AD203B41FA5}">
                      <a16:colId xmlns:a16="http://schemas.microsoft.com/office/drawing/2014/main" val="4284605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Default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Use 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8531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 byte (8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-128 to 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Very small integers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3319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short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 bytes (16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-32768 to 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Small integer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477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4 bytes (32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-2147483648 to 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Most common integer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110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8 bytes (64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-2</a:t>
                      </a:r>
                      <a:r>
                        <a:rPr lang="en-IN" sz="1800" baseline="30000" dirty="0"/>
                        <a:t>63</a:t>
                      </a:r>
                      <a:r>
                        <a:rPr lang="en-IN" dirty="0"/>
                        <a:t> to (2</a:t>
                      </a:r>
                      <a:r>
                        <a:rPr lang="en-IN" baseline="30000" dirty="0"/>
                        <a:t>63</a:t>
                      </a:r>
                      <a:r>
                        <a:rPr lang="en-IN" dirty="0"/>
                        <a:t> – 1)</a:t>
                      </a:r>
                      <a:r>
                        <a:rPr lang="en-IN" baseline="300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Very large integers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7450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4 bytes (32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~6-7 decimal digits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Less precise 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13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8 bytes (64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~15 decimal digit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0.0d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High precision decimals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278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 bytes (16 bits)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0 to 65535 (Unicode)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‘\u0000’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Single Character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243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i="1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 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True / 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Conditions / flags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5588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949592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50291-9170-CDBC-E762-326437E0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12AB-ADB8-3757-6EA7-5BF45B2BF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1796B-5A14-9CB8-DAFE-FE3379927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Numeric Type (Integer)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i="1" dirty="0">
                <a:sym typeface="Wingdings" panose="05000000000000000000" pitchFamily="2" charset="2"/>
              </a:rPr>
              <a:t>byte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B96C-3E6B-A8F9-8E7B-755D365A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119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5C5C9D-B779-3C9B-07D3-29F65CB65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3229"/>
            <a:ext cx="12192000" cy="44141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861F43-C5B1-0E5D-3D4C-5C5BD1513A8D}"/>
              </a:ext>
            </a:extLst>
          </p:cNvPr>
          <p:cNvSpPr txBox="1"/>
          <p:nvPr/>
        </p:nvSpPr>
        <p:spPr>
          <a:xfrm>
            <a:off x="838200" y="6047422"/>
            <a:ext cx="9708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Key Rule:</a:t>
            </a:r>
            <a:r>
              <a:rPr lang="en-US" dirty="0"/>
              <a:t> Always stay within the data type’s range – going out of range cause </a:t>
            </a:r>
            <a:r>
              <a:rPr lang="en-US" b="1" dirty="0"/>
              <a:t>Incompatible Type Error.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171177611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72DF-3130-9F34-D057-3FD3D0A49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EA2FD-A6FD-8CEF-77D2-A5AA94B20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0AFE0-756B-20DA-2250-7F188833B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89015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Numeric Type (Integer)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i="1" dirty="0">
                <a:sym typeface="Wingdings" panose="05000000000000000000" pitchFamily="2" charset="2"/>
              </a:rPr>
              <a:t>short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40703E-A462-88E9-2DA5-B395F6AB0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120</a:t>
            </a:fld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189F7F-7738-1726-36B1-BA19CFDD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4997"/>
            <a:ext cx="12192000" cy="38725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BA48105-8BAC-9751-D6F8-E1F4209D29D8}"/>
              </a:ext>
            </a:extLst>
          </p:cNvPr>
          <p:cNvSpPr txBox="1"/>
          <p:nvPr/>
        </p:nvSpPr>
        <p:spPr>
          <a:xfrm>
            <a:off x="838200" y="5964420"/>
            <a:ext cx="9708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Key Rule:</a:t>
            </a:r>
            <a:r>
              <a:rPr lang="en-US" dirty="0"/>
              <a:t> Always stay within the data type’s range – going out of range cause </a:t>
            </a:r>
            <a:r>
              <a:rPr lang="en-US" b="1" dirty="0"/>
              <a:t>Incompatible Type Error.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38858563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0AEA1-BDA2-0CAF-B335-BF77D4F7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E905D-4588-177D-3756-655128057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75E2F-14FF-3C74-F299-9F29A378C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065"/>
            <a:ext cx="10515600" cy="480528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Numeric Type (Integer) </a:t>
            </a:r>
            <a:r>
              <a:rPr lang="en-US" b="1" dirty="0">
                <a:sym typeface="Wingdings" panose="05000000000000000000" pitchFamily="2" charset="2"/>
              </a:rPr>
              <a:t>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i="1" dirty="0">
                <a:sym typeface="Wingdings" panose="05000000000000000000" pitchFamily="2" charset="2"/>
              </a:rPr>
              <a:t>int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B847D-A520-E7FC-B6C9-5BD37275D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121</a:t>
            </a:fld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E2A1B2-5CCD-C15D-80F9-CC7F66AA7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43" y="1863532"/>
            <a:ext cx="8378913" cy="4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041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316E4-A63F-ED9C-128C-76EB56C8D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FBAC0-74A6-9A6E-B2D3-BF72A8174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BA72-9422-0E88-6B1E-572128370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065"/>
            <a:ext cx="10515600" cy="480528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Numeric Type (Integer)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i="1" dirty="0">
                <a:sym typeface="Wingdings" panose="05000000000000000000" pitchFamily="2" charset="2"/>
              </a:rPr>
              <a:t>long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FD0D0-4B00-5FE3-7680-979D0D94A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122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BE0566-B6CC-BFBA-CFE0-113D85085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5" y="2021845"/>
            <a:ext cx="9616609" cy="3863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47165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AC378-8EEA-104D-704D-AC7388BB1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B9BA4-7652-588C-B767-EA2FC2C93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13071-7E83-CE3B-65F0-0A874F32F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065"/>
            <a:ext cx="10515600" cy="480528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Numeric Type (Floating Point)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i="1" dirty="0">
                <a:sym typeface="Wingdings" panose="05000000000000000000" pitchFamily="2" charset="2"/>
              </a:rPr>
              <a:t>float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48C06-DC80-7AF7-7173-5123AF39C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123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73F8EF-F8C3-7953-F8A5-E9A4850DE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1860549"/>
            <a:ext cx="8191500" cy="449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9BB5F6-A165-F888-9E07-E55EFBF15EFB}"/>
              </a:ext>
            </a:extLst>
          </p:cNvPr>
          <p:cNvSpPr txBox="1"/>
          <p:nvPr/>
        </p:nvSpPr>
        <p:spPr>
          <a:xfrm>
            <a:off x="838200" y="6311215"/>
            <a:ext cx="9708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Key Rule:</a:t>
            </a:r>
            <a:r>
              <a:rPr lang="en-US" dirty="0"/>
              <a:t> Always add </a:t>
            </a:r>
            <a:r>
              <a:rPr lang="en-US" b="1" i="1" dirty="0"/>
              <a:t>f</a:t>
            </a:r>
            <a:r>
              <a:rPr lang="en-US" dirty="0"/>
              <a:t> suffix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i="1" dirty="0">
                <a:sym typeface="Wingdings" panose="05000000000000000000" pitchFamily="2" charset="2"/>
              </a:rPr>
              <a:t>3.14f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115720507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07EF4-8035-BA7D-08EC-00C0A64D0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9B245-2E60-C1FD-DDD3-6B6EB4572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BEBB9-A3BC-71B0-FD10-367FFB35D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065"/>
            <a:ext cx="10515600" cy="480528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Numeric Type (Floating Point)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i="1" dirty="0">
                <a:sym typeface="Wingdings" panose="05000000000000000000" pitchFamily="2" charset="2"/>
              </a:rPr>
              <a:t>double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FD626-2325-652D-C5B7-22ED03C7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124</a:t>
            </a:fld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70347-3FDF-9F54-045B-BE679D88A9F0}"/>
              </a:ext>
            </a:extLst>
          </p:cNvPr>
          <p:cNvSpPr txBox="1"/>
          <p:nvPr/>
        </p:nvSpPr>
        <p:spPr>
          <a:xfrm>
            <a:off x="450960" y="6296500"/>
            <a:ext cx="9708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Float </a:t>
            </a:r>
            <a:r>
              <a:rPr lang="en-US" dirty="0"/>
              <a:t>vs </a:t>
            </a:r>
            <a:r>
              <a:rPr lang="en-US" b="1" dirty="0"/>
              <a:t>double: </a:t>
            </a:r>
            <a:r>
              <a:rPr lang="en-US" dirty="0"/>
              <a:t>Use </a:t>
            </a:r>
            <a:r>
              <a:rPr lang="en-US" b="1" i="1" dirty="0"/>
              <a:t>float</a:t>
            </a:r>
            <a:r>
              <a:rPr lang="en-US" dirty="0"/>
              <a:t> for less precision, </a:t>
            </a:r>
            <a:r>
              <a:rPr lang="en-US" b="1" i="1" dirty="0"/>
              <a:t>double</a:t>
            </a:r>
            <a:r>
              <a:rPr lang="en-US" dirty="0"/>
              <a:t> for more precision.</a:t>
            </a:r>
            <a:endParaRPr lang="en-IN" b="1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0F79D1-7419-B4E2-1A34-9F4447829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910" y="1858976"/>
            <a:ext cx="8650179" cy="418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029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2877F-A80C-5250-24DF-57F11EA81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8BF5D-9157-5927-67C6-103CA3CDD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B46BE-2A5D-2B87-375F-2F4DE1905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065"/>
            <a:ext cx="10515600" cy="480528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Non-Numeric Type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i="1" dirty="0"/>
              <a:t>Boolean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64F7B-8718-6AC1-63AB-7C2559A99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125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AFE4EF-3A53-D35C-2B77-F3E3D1146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1882018"/>
            <a:ext cx="96678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20647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EEED-1569-DC23-80FC-B963F9796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878CF-D299-7520-B01C-CC9096FC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Primitive Data Types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670B2-ADD8-3F68-4C25-E8DD37AE7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065"/>
            <a:ext cx="10515600" cy="480528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Non-Numeric Type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i="1" dirty="0"/>
              <a:t>Character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08BF1-B115-013C-AE0B-CE5740563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126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C3CBA-B67A-11D2-602D-7D7D9519E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395" y="1961091"/>
            <a:ext cx="8157210" cy="453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86438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25100-C217-97D7-1872-531A3044F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1C660-A88D-24C2-7C64-6AE75434B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ASCII Values (Character Mapping)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5C9DD-9C3C-9BB3-4849-580BA4B03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pPr lvl="1"/>
            <a:r>
              <a:rPr lang="en-US" dirty="0"/>
              <a:t>Every character has a </a:t>
            </a:r>
            <a:r>
              <a:rPr lang="en-US" b="1" dirty="0"/>
              <a:t>numeric value mapped to it</a:t>
            </a:r>
            <a:r>
              <a:rPr lang="en-US" dirty="0"/>
              <a:t> called its </a:t>
            </a:r>
            <a:r>
              <a:rPr lang="en-US" b="1" dirty="0"/>
              <a:t>ASCII Value</a:t>
            </a:r>
            <a:r>
              <a:rPr lang="en-US" dirty="0"/>
              <a:t> (American Standard Code for Information Interchange).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How it works: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8682E-432F-CDDD-D149-C5EBFB439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127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35E05F-5666-09BE-02DF-5118FF44C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096" y="2939414"/>
            <a:ext cx="5028248" cy="418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12316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C275-8D18-7EAD-5C97-3825A85C7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7B0FF-ADC3-C9E8-FFD4-848FD9AD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ASCII Values (Character Mapping)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6F1E0-9349-FC01-1644-AFB2E6EBA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Mathematical Operations on Characters: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3E95CA-F037-AFDC-470B-77478FF13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E13F6B-316E-8AD7-207D-C016E9052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274" y="1756499"/>
            <a:ext cx="6833451" cy="41676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B38E28-D69B-36EB-01B9-307D0CB45FB5}"/>
              </a:ext>
            </a:extLst>
          </p:cNvPr>
          <p:cNvSpPr txBox="1"/>
          <p:nvPr/>
        </p:nvSpPr>
        <p:spPr>
          <a:xfrm>
            <a:off x="838200" y="6075144"/>
            <a:ext cx="9708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Key Point</a:t>
            </a:r>
            <a:r>
              <a:rPr lang="en-US" dirty="0"/>
              <a:t>: </a:t>
            </a:r>
            <a:r>
              <a:rPr lang="en-IN" dirty="0"/>
              <a:t>We don’t need to memorize ASCII values – just understand the concept that characters are mapped to numbers.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3452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25F98-A6D1-29E3-6FC4-15DB33A51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FCC20-AE29-62F5-AD04-73433CAB1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Type Casting (Type Conversion)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5D6E2-09D2-1F80-AD2B-33210557B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pPr lvl="1"/>
            <a:r>
              <a:rPr lang="en-US" b="1" dirty="0"/>
              <a:t>Type Casting</a:t>
            </a:r>
            <a:r>
              <a:rPr lang="en-US" dirty="0"/>
              <a:t> = Converting a value from one data type to another.</a:t>
            </a:r>
          </a:p>
          <a:p>
            <a:pPr lvl="1"/>
            <a:endParaRPr lang="en-US" b="1" dirty="0"/>
          </a:p>
          <a:p>
            <a:pPr marL="0" indent="0">
              <a:buNone/>
            </a:pPr>
            <a:r>
              <a:rPr lang="en-US" b="1" dirty="0"/>
              <a:t>Types of Type Casting:</a:t>
            </a:r>
          </a:p>
          <a:p>
            <a:pPr lvl="1"/>
            <a:r>
              <a:rPr lang="en-US" dirty="0"/>
              <a:t>Implicit Conversion (widening) </a:t>
            </a:r>
            <a:r>
              <a:rPr lang="en-US" dirty="0">
                <a:sym typeface="Wingdings" panose="05000000000000000000" pitchFamily="2" charset="2"/>
              </a:rPr>
              <a:t> automatic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Explicit Conversion (Narrowing)  manual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10F35-13BF-4AF5-034A-7399EC03F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485611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6997E-14B4-4B41-1A7C-F5E44C9C9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D4D2A-ADC5-BFA1-CE5E-91B58E40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6.1. Implicit Conversion (Widening)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AF9FA-0DCE-D093-5ACB-1F237821C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pPr lvl="1"/>
            <a:r>
              <a:rPr lang="en-US" b="1" dirty="0"/>
              <a:t>Implicit Conversion</a:t>
            </a:r>
            <a:r>
              <a:rPr lang="en-US" dirty="0"/>
              <a:t> = Converting a </a:t>
            </a:r>
            <a:r>
              <a:rPr lang="en-US" b="1" dirty="0"/>
              <a:t>smaller</a:t>
            </a:r>
            <a:r>
              <a:rPr lang="en-US" dirty="0"/>
              <a:t> data type to a </a:t>
            </a:r>
            <a:r>
              <a:rPr lang="en-US" b="1" dirty="0"/>
              <a:t>large</a:t>
            </a:r>
            <a:r>
              <a:rPr lang="en-US" dirty="0"/>
              <a:t> data type – happened </a:t>
            </a:r>
            <a:r>
              <a:rPr lang="en-US" b="1" dirty="0"/>
              <a:t>automatically</a:t>
            </a:r>
            <a:r>
              <a:rPr lang="en-US" dirty="0"/>
              <a:t>, no extra effort needed.</a:t>
            </a:r>
          </a:p>
          <a:p>
            <a:pPr lvl="1"/>
            <a:endParaRPr lang="en-US" b="1" dirty="0"/>
          </a:p>
          <a:p>
            <a:pPr marL="0" indent="0">
              <a:buNone/>
            </a:pPr>
            <a:r>
              <a:rPr lang="en-US" b="1" dirty="0"/>
              <a:t>Memory Analogy:</a:t>
            </a:r>
          </a:p>
          <a:p>
            <a:pPr lvl="1"/>
            <a:r>
              <a:rPr lang="en-US" dirty="0"/>
              <a:t>Small box (1 byte) </a:t>
            </a:r>
            <a:r>
              <a:rPr lang="en-US" dirty="0">
                <a:sym typeface="Wingdings" panose="05000000000000000000" pitchFamily="2" charset="2"/>
              </a:rPr>
              <a:t> can easily fit into  Big box (8 bytes)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b="1" dirty="0">
                <a:sym typeface="Wingdings" panose="05000000000000000000" pitchFamily="2" charset="2"/>
              </a:rPr>
              <a:t>Direction (always small  big):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byte  short  int  long  float  double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DC60C-6D93-C755-AF82-221AAED0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241526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1E29A-C6CB-5439-8D7B-EA3F7AC25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357D8-F6D5-3034-4840-1A5F8B0DA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6.1. Implicit Conversion (Widening)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B6AB6-1354-87B2-C775-7F1656119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Code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2C08A7-D5BF-CF96-732C-04A06B03B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131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59021D-2A64-703A-2277-F7C159A3E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5" y="1860549"/>
            <a:ext cx="866775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76105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8F72B-D9E4-7132-C1F1-979CE65DB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A204A-FE77-54D1-BF89-EF363BE6A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6.2. Explicit Conversion (Narrowing)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F8931-B7EB-417B-270F-3832644AE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Explicit Conversion</a:t>
            </a:r>
            <a:r>
              <a:rPr lang="en-US" dirty="0"/>
              <a:t> = Converting a </a:t>
            </a:r>
            <a:r>
              <a:rPr lang="en-US" b="1" dirty="0"/>
              <a:t>larger</a:t>
            </a:r>
            <a:r>
              <a:rPr lang="en-US" dirty="0"/>
              <a:t> data type to a </a:t>
            </a:r>
            <a:r>
              <a:rPr lang="en-US" b="1" dirty="0"/>
              <a:t>smaller</a:t>
            </a:r>
            <a:r>
              <a:rPr lang="en-US" dirty="0"/>
              <a:t> data type – requires </a:t>
            </a:r>
            <a:r>
              <a:rPr lang="en-US" b="1" dirty="0"/>
              <a:t>manual casting</a:t>
            </a:r>
            <a:r>
              <a:rPr lang="en-US" dirty="0"/>
              <a:t> and may cause </a:t>
            </a:r>
            <a:r>
              <a:rPr lang="en-US" b="1" dirty="0"/>
              <a:t>data loss</a:t>
            </a:r>
            <a:r>
              <a:rPr lang="en-US" dirty="0"/>
              <a:t>.</a:t>
            </a:r>
          </a:p>
          <a:p>
            <a:pPr lvl="1" algn="just"/>
            <a:endParaRPr lang="en-US" b="1" dirty="0"/>
          </a:p>
          <a:p>
            <a:pPr marL="0" indent="0" algn="just">
              <a:buNone/>
            </a:pPr>
            <a:r>
              <a:rPr lang="en-US" b="1" dirty="0"/>
              <a:t>Direction (big </a:t>
            </a:r>
            <a:r>
              <a:rPr lang="en-US" b="1" dirty="0">
                <a:sym typeface="Wingdings" panose="05000000000000000000" pitchFamily="2" charset="2"/>
              </a:rPr>
              <a:t> small, risky):</a:t>
            </a:r>
          </a:p>
          <a:p>
            <a:pPr lvl="1" algn="just"/>
            <a:r>
              <a:rPr lang="en-US" dirty="0"/>
              <a:t>Double </a:t>
            </a:r>
            <a:r>
              <a:rPr lang="en-US" dirty="0">
                <a:sym typeface="Wingdings" panose="05000000000000000000" pitchFamily="2" charset="2"/>
              </a:rPr>
              <a:t> float  long  int  short  byte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5DB33-8CE8-9329-C953-BDBE59CB7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753079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CF664-1CA6-950C-9843-D690FF0AF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8DC12-C166-26FE-4553-E4E2D50FD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6.2. Explicit Conversion (Narrowing)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918DF1-2DD5-E9DB-4324-2EEFFA35E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Code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7EDC4-90D2-5965-E69E-5C54125FB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133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548CB8-BD79-77B5-6F26-C2F0345DD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2473" y="1709218"/>
            <a:ext cx="7567053" cy="483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35142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92D28-479C-FBEA-40E0-E636451AC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F9618-5398-C706-3ED1-3A089C00D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7. Implicit </a:t>
            </a:r>
            <a:r>
              <a:rPr lang="en-US" dirty="0"/>
              <a:t>vs</a:t>
            </a:r>
            <a:r>
              <a:rPr lang="en-US" b="1" dirty="0"/>
              <a:t> Explicit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153F8-AA1C-85FC-B8A7-02F811D38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134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324629-5F07-BE28-D37A-CBB69982F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43289"/>
              </p:ext>
            </p:extLst>
          </p:nvPr>
        </p:nvGraphicFramePr>
        <p:xfrm>
          <a:off x="838200" y="2316480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11292353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489007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744657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Feature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Implicit (Widening)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Explicit (Narrowing)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806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Direction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Small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Big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Big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Small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8828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Automatic ?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495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Extra Syntax ?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 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188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 loss ?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❌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Possible ⚠️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3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byte </a:t>
                      </a:r>
                      <a:r>
                        <a:rPr lang="en-US" b="0" i="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b="1" i="1" dirty="0">
                          <a:sym typeface="Wingdings" panose="05000000000000000000" pitchFamily="2" charset="2"/>
                        </a:rPr>
                        <a:t>  long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i="1" dirty="0"/>
                        <a:t>long </a:t>
                      </a:r>
                      <a:r>
                        <a:rPr lang="en-US" b="0" i="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b="1" i="1" dirty="0">
                          <a:sym typeface="Wingdings" panose="05000000000000000000" pitchFamily="2" charset="2"/>
                        </a:rPr>
                        <a:t> int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59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201924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D755-F71A-1CAC-AA3C-E109FDDC6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28B6-C0E3-0961-0EA9-12A59C2F8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6 -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5DC23-451F-26C6-3F0A-59E372D70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a data type &amp; what two things does it tells us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A data type defines what king of data a variable stores.</a:t>
            </a:r>
          </a:p>
          <a:p>
            <a:r>
              <a:rPr lang="en-US" dirty="0"/>
              <a:t>It tells us:</a:t>
            </a:r>
          </a:p>
          <a:p>
            <a:pPr lvl="1"/>
            <a:r>
              <a:rPr lang="en-US" dirty="0"/>
              <a:t>Type of data (byte, short, int, long, boolean, char),</a:t>
            </a:r>
          </a:p>
          <a:p>
            <a:pPr lvl="1"/>
            <a:r>
              <a:rPr lang="en-US" dirty="0"/>
              <a:t>Size of data (bytes it occupies in memory).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078F0-0A86-037E-4255-63148CDC3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937284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C5627-086F-D58D-5EB4-D361AA1CC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E2728-8A33-F8C7-DD6E-5D09957BA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6 -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BB73F-E495-73D0-5B96-DE5193102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float &amp; double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Both store decimal values.</a:t>
            </a:r>
          </a:p>
          <a:p>
            <a:r>
              <a:rPr lang="en-US" b="1" i="1" dirty="0"/>
              <a:t>float</a:t>
            </a:r>
            <a:r>
              <a:rPr lang="en-US" dirty="0"/>
              <a:t> = 4 bytes, ~6-7 decimal digits precision, requires </a:t>
            </a:r>
            <a:r>
              <a:rPr lang="en-US" b="1" i="1" dirty="0"/>
              <a:t>f</a:t>
            </a:r>
            <a:r>
              <a:rPr lang="en-US" dirty="0"/>
              <a:t> suffix.</a:t>
            </a:r>
          </a:p>
          <a:p>
            <a:r>
              <a:rPr lang="en-US" b="1" i="1" dirty="0"/>
              <a:t>double</a:t>
            </a:r>
            <a:r>
              <a:rPr lang="en-US" dirty="0"/>
              <a:t> = 4 bytes, ~15 decimal digit precision, no suffix needed.</a:t>
            </a:r>
          </a:p>
          <a:p>
            <a:endParaRPr lang="en-US" b="1" i="1" dirty="0"/>
          </a:p>
          <a:p>
            <a:r>
              <a:rPr lang="en-US" dirty="0"/>
              <a:t>Use </a:t>
            </a:r>
            <a:r>
              <a:rPr lang="en-US" b="1" i="1" dirty="0"/>
              <a:t>double</a:t>
            </a:r>
            <a:r>
              <a:rPr lang="en-US" dirty="0"/>
              <a:t> when higher precision is required.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3FDDB-35B3-8647-3C27-332A1BB32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082102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E2450-1B86-2C80-1116-FA11C5E8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77504-ED29-BF12-C5C6-279233B4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6 -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43D61-025F-4E39-59E3-C71C1A99D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implicit VS explicit type casting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Implicit</a:t>
            </a:r>
            <a:r>
              <a:rPr lang="en-US" dirty="0"/>
              <a:t> = Automatic conversion from smaller to large data type (no data loss, no extra syntax needed).</a:t>
            </a:r>
          </a:p>
          <a:p>
            <a:r>
              <a:rPr lang="en-US" b="1" dirty="0"/>
              <a:t>Explicit </a:t>
            </a:r>
            <a:r>
              <a:rPr lang="en-US" i="1" dirty="0"/>
              <a:t>= </a:t>
            </a:r>
            <a:r>
              <a:rPr lang="en-US" dirty="0"/>
              <a:t>Manually conversion from larger to small data type (possible data loss, require </a:t>
            </a:r>
            <a:r>
              <a:rPr lang="en-US" b="1" i="1" dirty="0"/>
              <a:t>(datatype)</a:t>
            </a:r>
            <a:r>
              <a:rPr lang="en-US" dirty="0"/>
              <a:t> syntax).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C2781-8120-4793-F787-531DE4F08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79555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E06A0-4DF0-112E-C048-87BADDF25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CE7-524F-CFF5-4AE2-166EB206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6 -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28E81-0ABC-FBED-36AD-8BF5A5E95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an ASCII value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ASCII (American Standard Code for Information Interchange) is a numeric value mapped to every character.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‘A’ = 65,</a:t>
            </a:r>
          </a:p>
          <a:p>
            <a:pPr lvl="1"/>
            <a:r>
              <a:rPr lang="en-US" dirty="0"/>
              <a:t>‘a’ = 97</a:t>
            </a:r>
          </a:p>
          <a:p>
            <a:r>
              <a:rPr lang="en-US" dirty="0"/>
              <a:t>Using these values, mathematical operations can be performed on characters.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FBDAD-204E-551D-1559-773DA317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82435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28737-ABD1-8860-4916-E5DD49F84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00EA-DF25-AB92-1BC4-8C510668B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6 -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72F59-6B32-E523-4304-CFC75046F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Why can’t we use </a:t>
            </a:r>
            <a:r>
              <a:rPr lang="en-US" b="1" i="1" dirty="0"/>
              <a:t>1</a:t>
            </a:r>
            <a:r>
              <a:rPr lang="en-US" b="1" dirty="0"/>
              <a:t> for </a:t>
            </a:r>
            <a:r>
              <a:rPr lang="en-US" b="1" i="1" dirty="0"/>
              <a:t>true</a:t>
            </a:r>
            <a:r>
              <a:rPr lang="en-US" b="1" dirty="0"/>
              <a:t> in Java like in C++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Java is strictly typed – boolean only accepts </a:t>
            </a:r>
            <a:r>
              <a:rPr lang="en-US" b="1" i="1" dirty="0"/>
              <a:t>true </a:t>
            </a:r>
            <a:r>
              <a:rPr lang="en-US" dirty="0"/>
              <a:t>or </a:t>
            </a:r>
            <a:r>
              <a:rPr lang="en-US" b="1" i="1" dirty="0"/>
              <a:t>false</a:t>
            </a:r>
            <a:r>
              <a:rPr lang="en-US" dirty="0"/>
              <a:t>.</a:t>
            </a:r>
          </a:p>
          <a:p>
            <a:r>
              <a:rPr lang="en-US" dirty="0"/>
              <a:t>Unlike C++, Java doesn’t treat </a:t>
            </a:r>
            <a:r>
              <a:rPr lang="en-US" b="1" i="1" dirty="0"/>
              <a:t>1</a:t>
            </a:r>
            <a:r>
              <a:rPr lang="en-US" dirty="0"/>
              <a:t> as </a:t>
            </a:r>
            <a:r>
              <a:rPr lang="en-US" b="1" i="1" dirty="0"/>
              <a:t>true</a:t>
            </a:r>
            <a:r>
              <a:rPr lang="en-US" dirty="0"/>
              <a:t> or </a:t>
            </a:r>
            <a:r>
              <a:rPr lang="en-US" b="1" i="1" dirty="0"/>
              <a:t>0 </a:t>
            </a:r>
            <a:r>
              <a:rPr lang="en-US" dirty="0"/>
              <a:t>as </a:t>
            </a:r>
            <a:r>
              <a:rPr lang="en-US" b="1" i="1" dirty="0"/>
              <a:t>false.</a:t>
            </a:r>
          </a:p>
          <a:p>
            <a:r>
              <a:rPr lang="en-US" dirty="0"/>
              <a:t>Assigning an integer to a boolean causes a compile error.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55D3F-A6F2-ABB9-0B68-D97BA1FA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60887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2A7E6-CE13-AFCE-997E-8FE3DBEFC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1C30C-2206-6F9D-2625-D908302F5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6 -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BD10C-86D1-BE5F-6D2F-3E55CB132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happens when we store a value outside a data type’s range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We get an </a:t>
            </a:r>
            <a:r>
              <a:rPr lang="en-US" dirty="0" err="1"/>
              <a:t>incompatibleType</a:t>
            </a:r>
            <a:r>
              <a:rPr lang="en-US" dirty="0"/>
              <a:t> compiler error.</a:t>
            </a:r>
          </a:p>
          <a:p>
            <a:r>
              <a:rPr lang="en-US" dirty="0"/>
              <a:t>Is we force it with explicit casting, data loss occurs and we get an unexpected / garbage value.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561C7-9806-2FA9-ECFF-B146EFD2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467174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46AF-F643-009C-8B2E-F592A4D46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8BCE6-930A-9A39-152A-CCAD92A22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6 -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9F3B8-004B-7B8A-97E6-B277F34BD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primitive and non-primitive data types?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Primitive</a:t>
            </a:r>
            <a:r>
              <a:rPr lang="en-US" dirty="0"/>
              <a:t> = built-in basic types provided by Java (byte, short, int, long, float, double, char, boolean) – store simple values directly.</a:t>
            </a:r>
          </a:p>
          <a:p>
            <a:r>
              <a:rPr lang="en-US" b="1" dirty="0"/>
              <a:t>Non-primitive</a:t>
            </a:r>
            <a:r>
              <a:rPr lang="en-US" dirty="0"/>
              <a:t> = Complex types (String, Array, Class, interface) – refer to objects and are covered in OOPs.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2C0C-8688-3D38-189C-9180A44A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027572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4E7ED-C43F-41B1-8659-C684B1B2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1AB4-CC82-043E-7D77-E377BBD8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>
                <a:hlinkClick r:id="rId2"/>
              </a:rPr>
              <a:t>Lecture 7 – </a:t>
            </a:r>
            <a:r>
              <a:rPr lang="en-IN" b="1" i="1" dirty="0">
                <a:hlinkClick r:id="rId2"/>
              </a:rPr>
              <a:t>Operators in Java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DCE45F-5F9E-65FC-9153-6B26C1568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855056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AE2D-B33D-86F6-CB57-42FCCF2AD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BACA8-93FF-ED66-AF94-E09F8C481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1. What is an Operator 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E9BB8-24F0-CE3C-397D-D111984A7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dirty="0"/>
              <a:t>An </a:t>
            </a:r>
            <a:r>
              <a:rPr lang="en-US" b="1" dirty="0"/>
              <a:t>Operator</a:t>
            </a:r>
            <a:r>
              <a:rPr lang="en-US" dirty="0"/>
              <a:t> is a </a:t>
            </a:r>
            <a:r>
              <a:rPr lang="en-US" b="1" dirty="0"/>
              <a:t>special symbol</a:t>
            </a:r>
            <a:r>
              <a:rPr lang="en-US" dirty="0"/>
              <a:t> that performs some operation on values or variables.</a:t>
            </a:r>
          </a:p>
          <a:p>
            <a:pPr lvl="1" algn="just"/>
            <a:endParaRPr lang="en-US" dirty="0"/>
          </a:p>
          <a:p>
            <a:pPr marL="0" indent="0" algn="just">
              <a:buNone/>
            </a:pPr>
            <a:r>
              <a:rPr lang="en-US" b="1" dirty="0"/>
              <a:t>Types of Operators in Java:</a:t>
            </a:r>
          </a:p>
          <a:p>
            <a:pPr marL="0" indent="0" algn="just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FE689-D744-6119-75CA-564827954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143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5E4E7A-C16F-53E1-3BFC-0E633D28F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068188"/>
              </p:ext>
            </p:extLst>
          </p:nvPr>
        </p:nvGraphicFramePr>
        <p:xfrm>
          <a:off x="838200" y="3555124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0186">
                  <a:extLst>
                    <a:ext uri="{9D8B030D-6E8A-4147-A177-3AD203B41FA5}">
                      <a16:colId xmlns:a16="http://schemas.microsoft.com/office/drawing/2014/main" val="1171086006"/>
                    </a:ext>
                  </a:extLst>
                </a:gridCol>
                <a:gridCol w="6135414">
                  <a:extLst>
                    <a:ext uri="{9D8B030D-6E8A-4147-A177-3AD203B41FA5}">
                      <a16:colId xmlns:a16="http://schemas.microsoft.com/office/drawing/2014/main" val="40580168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Type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Purpose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5278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Arithmetic 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Mathematical Calculation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5845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Relational 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Comparison between values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2863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Logical 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Combining Conditions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65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Assignment 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Assigning values to variable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8116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Unary 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Operations on single operand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261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Bitwise 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Bit-level operations (Covered later0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1889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927349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D47DC-654F-A5D6-7A56-EB8E56C3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3DB1C-0D2C-FD46-39ED-461B9BC5C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2. Arithmetic Operator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C0571-A5B6-6FFF-6AA2-8E28923B4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Used for: </a:t>
            </a:r>
            <a:r>
              <a:rPr lang="en-US" dirty="0"/>
              <a:t>Mathematical Calculations.</a:t>
            </a:r>
          </a:p>
          <a:p>
            <a:pPr marL="0" indent="0" algn="just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FE55E-7601-2EB6-F260-BAA77C0C3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144</a:t>
            </a:fld>
            <a:endParaRPr lang="en-IN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6ACBAA-51BE-5ADF-9A10-3A6B52C45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8017684"/>
              </p:ext>
            </p:extLst>
          </p:nvPr>
        </p:nvGraphicFramePr>
        <p:xfrm>
          <a:off x="838199" y="2611528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89729146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4881144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9851895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15161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87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Addition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2 + 3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275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Subtraction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3 – 2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875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*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Multiplication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2 * 3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9584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/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Division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6 / 3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305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%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Modulus (Remainder)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5 % 2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8827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11104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E1E8-D758-7A6C-4CE1-357D7A44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B0AD4-7410-B3E0-C2B7-68FA5186D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2. Arithmetic Operator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ABC75-958B-B0F7-6887-7DA9DAB4F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Integer Division Rule:</a:t>
            </a:r>
            <a:endParaRPr lang="en-US" dirty="0"/>
          </a:p>
          <a:p>
            <a:pPr marL="0" indent="0" algn="just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1B5EC-F020-67DA-91F9-396C21764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145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561294-94CA-7581-07C7-13952A53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457" y="1682305"/>
            <a:ext cx="7963085" cy="485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82664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2367D-1D53-1924-4F17-8A6B087B6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6B5A2-B88B-F7FE-CFA8-CADE62905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2. Arithmetic Operator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9FEB-8562-5CEE-3069-9B9540A23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Code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53DE05-24B7-4543-4B91-BF221EFCB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146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3FCF5F-780F-A550-78D9-74C2CAA2C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5" y="1663636"/>
            <a:ext cx="86677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7758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3CBC5-A84B-A960-E6BF-2097C513D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EFCF2-7200-448F-6A91-87845C677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3. Relational Operator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0C034-6816-5FC1-C2CA-EE637AC1C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Used for:</a:t>
            </a:r>
            <a:r>
              <a:rPr lang="en-US" dirty="0"/>
              <a:t> Comparing 2 values – always returns </a:t>
            </a:r>
            <a:r>
              <a:rPr lang="en-US" b="1" i="1" dirty="0"/>
              <a:t>true</a:t>
            </a:r>
            <a:r>
              <a:rPr lang="en-US" dirty="0"/>
              <a:t> or </a:t>
            </a:r>
            <a:r>
              <a:rPr lang="en-US" b="1" i="1" dirty="0"/>
              <a:t> false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9B1C6-AAC4-779E-746B-DC36BAA7A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147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E2F5BA3-49B0-96AC-A621-634C43A7CF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918427"/>
              </p:ext>
            </p:extLst>
          </p:nvPr>
        </p:nvGraphicFramePr>
        <p:xfrm>
          <a:off x="838200" y="2542386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5885085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29827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Equal to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5 == 6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false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Equal to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5 != 6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5 &gt; 6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false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716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5 &lt; 6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017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 or Equal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5 &gt;=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4450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 or Equal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5 &lt;= 6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49743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9927977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E7CF1-9BF6-23ED-BB01-FFCC12790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25C2E-7C88-2C3A-152B-0A1FACBF0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3. Relational Operator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DDD7-082C-B600-D3CF-1AC7B0966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Code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14CC2-EC6F-9257-B9D0-6934197A4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148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0FFDF4-74BB-A685-F233-0E691D41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753" y="1673165"/>
            <a:ext cx="6958494" cy="44503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73241D-D3F5-EF16-1038-17A5FBA2CAF5}"/>
              </a:ext>
            </a:extLst>
          </p:cNvPr>
          <p:cNvSpPr txBox="1"/>
          <p:nvPr/>
        </p:nvSpPr>
        <p:spPr>
          <a:xfrm>
            <a:off x="662152" y="6123542"/>
            <a:ext cx="9616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NOTE:</a:t>
            </a:r>
            <a:r>
              <a:rPr lang="en-US" dirty="0"/>
              <a:t> </a:t>
            </a:r>
            <a:r>
              <a:rPr lang="en-US" b="1" i="1" dirty="0"/>
              <a:t>=</a:t>
            </a:r>
            <a:r>
              <a:rPr lang="en-US" dirty="0"/>
              <a:t> is assignment operator, </a:t>
            </a:r>
            <a:r>
              <a:rPr lang="en-US" b="1" i="1" dirty="0"/>
              <a:t>==</a:t>
            </a:r>
            <a:r>
              <a:rPr lang="en-US" dirty="0"/>
              <a:t> is equality check – never confuse them!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208825868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1C40D-EF28-BD57-D564-09A202026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63DF-609C-F38E-4905-8B9170417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Logical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62FE0-A804-E68A-7DCA-5E473C01B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Used for:</a:t>
            </a:r>
            <a:r>
              <a:rPr lang="en-US" dirty="0"/>
              <a:t> Combining multiple conditions – always return </a:t>
            </a:r>
            <a:r>
              <a:rPr lang="en-US" b="1" i="1" dirty="0"/>
              <a:t>true</a:t>
            </a:r>
            <a:r>
              <a:rPr lang="en-US" dirty="0"/>
              <a:t> or </a:t>
            </a:r>
            <a:r>
              <a:rPr lang="en-US" b="1" i="1" dirty="0"/>
              <a:t>false</a:t>
            </a:r>
            <a:r>
              <a:rPr lang="en-US" dirty="0"/>
              <a:t>.</a:t>
            </a:r>
          </a:p>
          <a:p>
            <a:pPr lvl="1" algn="just"/>
            <a:r>
              <a:rPr lang="en-US" b="1" dirty="0"/>
              <a:t>Applied on: </a:t>
            </a:r>
            <a:r>
              <a:rPr lang="en-US" dirty="0"/>
              <a:t>Boolean values (true / false) or conditions.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0AA06-32FD-F279-0F94-8C35DE1E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149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937963-5C47-0848-27D7-C797058FFC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37347"/>
              </p:ext>
            </p:extLst>
          </p:nvPr>
        </p:nvGraphicFramePr>
        <p:xfrm>
          <a:off x="838200" y="3098646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407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2585545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  <a:gridCol w="2475186">
                  <a:extLst>
                    <a:ext uri="{9D8B030D-6E8A-4147-A177-3AD203B41FA5}">
                      <a16:colId xmlns:a16="http://schemas.microsoft.com/office/drawing/2014/main" val="3758850853"/>
                    </a:ext>
                  </a:extLst>
                </a:gridCol>
                <a:gridCol w="3644462">
                  <a:extLst>
                    <a:ext uri="{9D8B030D-6E8A-4147-A177-3AD203B41FA5}">
                      <a16:colId xmlns:a16="http://schemas.microsoft.com/office/drawing/2014/main" val="2629827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Symbol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Rule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AND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Logical AND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&amp;&amp;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Both must be true </a:t>
                      </a:r>
                      <a:r>
                        <a:rPr lang="en-US" b="0" i="0" dirty="0">
                          <a:sym typeface="Wingdings" panose="05000000000000000000" pitchFamily="2" charset="2"/>
                        </a:rPr>
                        <a:t> result true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Logical 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||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Any one true </a:t>
                      </a:r>
                      <a:r>
                        <a:rPr lang="en-US" b="0" i="0" dirty="0">
                          <a:sym typeface="Wingdings" panose="05000000000000000000" pitchFamily="2" charset="2"/>
                        </a:rPr>
                        <a:t> result true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NOT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Logical NOT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!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Reverses the value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716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583814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0BAB-0B8E-9F34-7DDF-C53B283A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E8240-FCAC-DC92-2A09-7E20A90B3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Logical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A7E92-F589-F9C8-42C2-89461ABA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511119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Truth Table – Logical AND (</a:t>
            </a:r>
            <a:r>
              <a:rPr lang="en-US" b="1" i="1" dirty="0"/>
              <a:t>&amp;&amp;)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1351A-C662-2256-CDFD-588A2003E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150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1376F39-51F3-BBB0-97DC-5B2D3EFB8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174405"/>
              </p:ext>
            </p:extLst>
          </p:nvPr>
        </p:nvGraphicFramePr>
        <p:xfrm>
          <a:off x="2660431" y="1835424"/>
          <a:ext cx="68711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407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2585545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  <a:gridCol w="2475186">
                  <a:extLst>
                    <a:ext uri="{9D8B030D-6E8A-4147-A177-3AD203B41FA5}">
                      <a16:colId xmlns:a16="http://schemas.microsoft.com/office/drawing/2014/main" val="37588508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 &amp;&amp; B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true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true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false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false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false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5716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false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false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394469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706EB82-D43C-B9BE-443C-802D10602972}"/>
              </a:ext>
            </a:extLst>
          </p:cNvPr>
          <p:cNvSpPr txBox="1">
            <a:spLocks/>
          </p:cNvSpPr>
          <p:nvPr/>
        </p:nvSpPr>
        <p:spPr>
          <a:xfrm>
            <a:off x="838200" y="4287730"/>
            <a:ext cx="10515600" cy="5111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en-US" b="1" dirty="0"/>
              <a:t>Truth Table – Logical OR (</a:t>
            </a:r>
            <a:r>
              <a:rPr lang="en-US" b="1" i="1" dirty="0"/>
              <a:t>||)</a:t>
            </a:r>
            <a:endParaRPr lang="en-US" b="1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F2C918-340D-7159-F6A5-FF16DDAA37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630097"/>
              </p:ext>
            </p:extLst>
          </p:nvPr>
        </p:nvGraphicFramePr>
        <p:xfrm>
          <a:off x="2660431" y="4833062"/>
          <a:ext cx="68711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407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2585545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  <a:gridCol w="2475186">
                  <a:extLst>
                    <a:ext uri="{9D8B030D-6E8A-4147-A177-3AD203B41FA5}">
                      <a16:colId xmlns:a16="http://schemas.microsoft.com/office/drawing/2014/main" val="37588508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 || B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true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true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false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true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5716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false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false</a:t>
                      </a:r>
                      <a:endParaRPr lang="en-IN" b="1" i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3944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4681198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4FE32-7AFE-7F65-D542-DA1C548C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D96FB-796B-3411-B62E-F0434E59E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Logical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26B09-1A9A-447E-5DD2-5EB551FA7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511119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Truth Table – Logical NOT (!</a:t>
            </a:r>
            <a:r>
              <a:rPr lang="en-US" b="1" i="1" dirty="0"/>
              <a:t>)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A757A-631E-29A6-EA28-60327D6D5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151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C75E723-E606-8147-7973-207A21AEB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395986"/>
              </p:ext>
            </p:extLst>
          </p:nvPr>
        </p:nvGraphicFramePr>
        <p:xfrm>
          <a:off x="3898024" y="1993080"/>
          <a:ext cx="439595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528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2145424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!A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true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dirty="0"/>
                        <a:t>false</a:t>
                      </a:r>
                      <a:endParaRPr lang="en-IN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39890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2242D-B8B5-C330-D744-CA0628092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23FE2-C25C-2B0E-F61F-FF97ABB28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Logical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AC585-29D7-3FE8-37D8-667FA57A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Code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5D108-E58D-EF12-96C3-1A78CBC69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152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C15B2F-FA68-0AE4-CFAD-6E90B3099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014" y="1692605"/>
            <a:ext cx="6625971" cy="503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5906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902B-0233-87BF-2452-04C1E1D0C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C1A30-C5C0-A11B-6EB7-54DBDEED7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Assignment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AD665-C729-5153-8BA0-FFB895CCF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95917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Used for:</a:t>
            </a:r>
            <a:r>
              <a:rPr lang="en-US" dirty="0"/>
              <a:t> Assigning values to variables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1439B-5C4C-20C0-0353-A3E2B7E9E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153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4B3C84-51D3-0710-3EE5-73EDDA83C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66" y="3183119"/>
            <a:ext cx="9176866" cy="30959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B78D77-86A8-4059-42F6-85F683CE07A4}"/>
              </a:ext>
            </a:extLst>
          </p:cNvPr>
          <p:cNvSpPr txBox="1"/>
          <p:nvPr/>
        </p:nvSpPr>
        <p:spPr>
          <a:xfrm>
            <a:off x="838200" y="2837517"/>
            <a:ext cx="10515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Basic Assignment</a:t>
            </a: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71835641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E6ADA-4F91-B2AD-D86F-58655FB1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A8DF2-344D-A8C3-2E5E-A69E2A1D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Assignment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A04A5-D25F-8C02-DA53-91C662C0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9108"/>
            <a:ext cx="10515600" cy="61485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Shorthand Assignment Operators: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041B54-4900-43FE-6534-2280D979D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154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BDB087C-3E46-6E60-4B26-4C4FB0AF5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802003"/>
              </p:ext>
            </p:extLst>
          </p:nvPr>
        </p:nvGraphicFramePr>
        <p:xfrm>
          <a:off x="838200" y="2413962"/>
          <a:ext cx="10515600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407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2585545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  <a:gridCol w="2475186">
                  <a:extLst>
                    <a:ext uri="{9D8B030D-6E8A-4147-A177-3AD203B41FA5}">
                      <a16:colId xmlns:a16="http://schemas.microsoft.com/office/drawing/2014/main" val="3758850853"/>
                    </a:ext>
                  </a:extLst>
                </a:gridCol>
                <a:gridCol w="3644462">
                  <a:extLst>
                    <a:ext uri="{9D8B030D-6E8A-4147-A177-3AD203B41FA5}">
                      <a16:colId xmlns:a16="http://schemas.microsoft.com/office/drawing/2014/main" val="26298274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Shorthand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Expanded Form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 (a = 10)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+=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= a + 5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10 + 5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15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-=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= a –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10 –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5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*=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= a *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10 *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50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716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/=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= a /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10 / 5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2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441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%= 7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= a % 7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10 % 7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3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7809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170021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0E8AC-DB8E-EB06-AC51-CE7A42869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66F86-45FD-8342-9B68-8A8AA527F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Assignment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4BED8-F2A2-5A5D-742E-1997F1BF83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50320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Code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86CA6-4513-C451-A7D1-5648263D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155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0E94B5-EEF9-0A62-176B-CBACFB0FF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77" y="1697589"/>
            <a:ext cx="6286445" cy="516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23810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516F5-5E3A-9C68-C292-0951A7909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B48EE-655B-93FE-A46D-CE2FAF24B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Unary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D5DB7-CF6A-F729-0A42-C1F59A5EA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95917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Used for:</a:t>
            </a:r>
            <a:r>
              <a:rPr lang="en-US" dirty="0"/>
              <a:t> Operations on a single operand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90BB38-44C1-471D-856B-56A348FDA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156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3433DA4-CD02-1254-9097-4C8BFEC3C9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136096"/>
              </p:ext>
            </p:extLst>
          </p:nvPr>
        </p:nvGraphicFramePr>
        <p:xfrm>
          <a:off x="838200" y="2477024"/>
          <a:ext cx="105156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5979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3105807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  <a:gridCol w="2144111">
                  <a:extLst>
                    <a:ext uri="{9D8B030D-6E8A-4147-A177-3AD203B41FA5}">
                      <a16:colId xmlns:a16="http://schemas.microsoft.com/office/drawing/2014/main" val="3758850853"/>
                    </a:ext>
                  </a:extLst>
                </a:gridCol>
                <a:gridCol w="2619703">
                  <a:extLst>
                    <a:ext uri="{9D8B030D-6E8A-4147-A177-3AD203B41FA5}">
                      <a16:colId xmlns:a16="http://schemas.microsoft.com/office/drawing/2014/main" val="26298274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Symbol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Unary Plus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Positive Indicator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+a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+5 = 5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Unary Minus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Negation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-a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-5</a:t>
                      </a:r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Pre-Increment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Increment then use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++a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716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Post-Increment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Use then increment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a++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441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Pre-Decrement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Decrement then use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--a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780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Post-Decrement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Use then decrement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a--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903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Logical NOT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Flip boolean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!a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b="1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3830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00886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D984A-E8A0-9645-099D-BEA37C02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64C35-CC52-3E1D-07DC-69DC7D118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Unary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91D3-C7DE-0B3E-6372-3E69617E3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143466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6.1 Pre-Increment vs Post-Increment</a:t>
            </a:r>
          </a:p>
          <a:p>
            <a:pPr lvl="1" algn="just"/>
            <a:r>
              <a:rPr lang="en-US" b="1" dirty="0"/>
              <a:t>Pre-Increment (++a)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FIRST increment, THEN use/utilize</a:t>
            </a:r>
          </a:p>
          <a:p>
            <a:pPr lvl="1" algn="just"/>
            <a:r>
              <a:rPr lang="en-US" b="1" dirty="0">
                <a:sym typeface="Wingdings" panose="05000000000000000000" pitchFamily="2" charset="2"/>
              </a:rPr>
              <a:t>Post-Increment (a++) </a:t>
            </a:r>
            <a:r>
              <a:rPr lang="en-US" dirty="0">
                <a:sym typeface="Wingdings" panose="05000000000000000000" pitchFamily="2" charset="2"/>
              </a:rPr>
              <a:t> FIRST use/utilize, THEN increment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9F9EB-E2CE-2F55-7927-82940B42B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157</a:t>
            </a:fld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3BE6-084C-C580-FEC9-D85769879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78" y="2550622"/>
            <a:ext cx="7202043" cy="417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06769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4ED1-3FB7-7174-5143-FA4D17510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AE97C-7801-5E56-137C-EFFA98E6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Unary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1EA83-99A5-F185-6C05-A14561A77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143466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6.2 Pre-Decrement vs Post-Decrement</a:t>
            </a:r>
          </a:p>
          <a:p>
            <a:pPr lvl="1" algn="just"/>
            <a:r>
              <a:rPr lang="en-US" b="1" dirty="0"/>
              <a:t>Pre-Decrement (--a)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FIRST decrease, THEN use/utilize</a:t>
            </a:r>
          </a:p>
          <a:p>
            <a:pPr lvl="1" algn="just"/>
            <a:r>
              <a:rPr lang="en-US" b="1" dirty="0">
                <a:sym typeface="Wingdings" panose="05000000000000000000" pitchFamily="2" charset="2"/>
              </a:rPr>
              <a:t>Post-</a:t>
            </a:r>
            <a:r>
              <a:rPr lang="en-US" b="1" dirty="0"/>
              <a:t>Decrement</a:t>
            </a:r>
            <a:r>
              <a:rPr lang="en-US" b="1" dirty="0">
                <a:sym typeface="Wingdings" panose="05000000000000000000" pitchFamily="2" charset="2"/>
              </a:rPr>
              <a:t> (a--) </a:t>
            </a:r>
            <a:r>
              <a:rPr lang="en-US" dirty="0">
                <a:sym typeface="Wingdings" panose="05000000000000000000" pitchFamily="2" charset="2"/>
              </a:rPr>
              <a:t> FIRST use/utilize, THEN decrease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A2438-8B4A-EE71-D2EC-5692FFBA4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98E3FB-92CD-DA05-A7FF-382D8B3F5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391" y="2631795"/>
            <a:ext cx="7443217" cy="4089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54023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BF789-6D7B-F1A4-B8FF-22A3A65C4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DB1-9E09-8907-43B1-780461FC1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Unary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26573-779B-ABA0-6D4B-E496F3869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143466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6.3 Combined Pre/Post Example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FEA40-DEA4-2BF7-45EC-EC238E1DC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159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30DE9C-6B11-ED74-50A4-3259D7BA1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78" y="1893732"/>
            <a:ext cx="7202043" cy="482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61511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6355A-7799-C201-87B8-D24E2FD09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D0740-14B3-5F33-3DE2-F779EAEB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Unary Operators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48E0B-7746-BD06-353C-601C15C2E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5"/>
            <a:ext cx="10515600" cy="143466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6.4 Logical Not (!)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3B594-2AAB-D59D-EA35-260B55647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160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131766-A732-7272-A183-9B7129E52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5" y="1851135"/>
            <a:ext cx="866775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36032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1DECE-91BA-31C6-8CFC-23D74FEAA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31A8C-1695-1331-FCAF-918A1ECA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7. Bitwise Operators (Coming Later)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41BFC-04F7-4523-D3EE-A3FD1264F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304"/>
            <a:ext cx="10515600" cy="194010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dirty="0"/>
              <a:t>Not Covered in this lecture</a:t>
            </a:r>
            <a:r>
              <a:rPr lang="en-US" dirty="0"/>
              <a:t> – will be taught after </a:t>
            </a:r>
            <a:r>
              <a:rPr lang="en-US" b="1" dirty="0"/>
              <a:t>Binary Number System</a:t>
            </a:r>
            <a:r>
              <a:rPr lang="en-US" dirty="0"/>
              <a:t> and </a:t>
            </a:r>
            <a:r>
              <a:rPr lang="en-US" b="1" dirty="0"/>
              <a:t>memory representation </a:t>
            </a:r>
            <a:r>
              <a:rPr lang="en-US" dirty="0"/>
              <a:t>lecture</a:t>
            </a:r>
          </a:p>
          <a:p>
            <a:pPr marL="0" indent="0" algn="just">
              <a:buNone/>
            </a:pPr>
            <a:endParaRPr lang="en-US" b="1" dirty="0"/>
          </a:p>
          <a:p>
            <a:pPr marL="0" indent="0" algn="just">
              <a:buNone/>
            </a:pPr>
            <a:r>
              <a:rPr lang="en-US" b="1" dirty="0"/>
              <a:t>Preview of What’s coming:</a:t>
            </a:r>
          </a:p>
          <a:p>
            <a:pPr marL="0" indent="0" algn="just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718B4-AEE9-350D-8CE7-553DAC598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161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715B07-6FF5-F3EE-F668-AB57A947F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026385"/>
              </p:ext>
            </p:extLst>
          </p:nvPr>
        </p:nvGraphicFramePr>
        <p:xfrm>
          <a:off x="838200" y="3406198"/>
          <a:ext cx="10515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5765">
                  <a:extLst>
                    <a:ext uri="{9D8B030D-6E8A-4147-A177-3AD203B41FA5}">
                      <a16:colId xmlns:a16="http://schemas.microsoft.com/office/drawing/2014/main" val="1160026079"/>
                    </a:ext>
                  </a:extLst>
                </a:gridCol>
                <a:gridCol w="2114091">
                  <a:extLst>
                    <a:ext uri="{9D8B030D-6E8A-4147-A177-3AD203B41FA5}">
                      <a16:colId xmlns:a16="http://schemas.microsoft.com/office/drawing/2014/main" val="3742714028"/>
                    </a:ext>
                  </a:extLst>
                </a:gridCol>
                <a:gridCol w="3345799">
                  <a:extLst>
                    <a:ext uri="{9D8B030D-6E8A-4147-A177-3AD203B41FA5}">
                      <a16:colId xmlns:a16="http://schemas.microsoft.com/office/drawing/2014/main" val="1279421371"/>
                    </a:ext>
                  </a:extLst>
                </a:gridCol>
                <a:gridCol w="2729945">
                  <a:extLst>
                    <a:ext uri="{9D8B030D-6E8A-4147-A177-3AD203B41FA5}">
                      <a16:colId xmlns:a16="http://schemas.microsoft.com/office/drawing/2014/main" val="28732563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Symbol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35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Bitwise AND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&amp;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&amp; b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Bitwise AND of value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928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Bitwise OR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|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| b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Bitwise OR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505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Bitwise XOR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^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^ b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True if bit differ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716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Bitwise NOT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~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~a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Inverts all bits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441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Left shift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&lt;&lt;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&lt;&lt; 1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Shifts bits left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780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Right Shift</a:t>
                      </a:r>
                      <a:endParaRPr lang="en-IN" b="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&gt;&gt;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/>
                        <a:t>a &gt;&gt; 1</a:t>
                      </a:r>
                      <a:endParaRPr lang="en-IN" b="1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i="0" dirty="0"/>
                        <a:t>Shifts bits right</a:t>
                      </a:r>
                      <a:endParaRPr lang="en-IN" b="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903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6366365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4B530-6007-517D-D572-5D41D2511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0A30B-FE16-215E-1D53-40D6BFA8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A6302-39AD-8C78-68F8-A003D53770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= and == in Java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=</a:t>
            </a:r>
            <a:r>
              <a:rPr lang="en-US" dirty="0"/>
              <a:t> is the assignment operator – assigns a value to a variable.</a:t>
            </a:r>
          </a:p>
          <a:p>
            <a:r>
              <a:rPr lang="en-US" b="1" dirty="0"/>
              <a:t>== </a:t>
            </a:r>
            <a:r>
              <a:rPr lang="en-US" dirty="0"/>
              <a:t>is the equality – relational operator – checks if two values are equal and return true / false.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0E4D0-B1A6-136B-B140-9EE833510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8427419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2360F-9D0A-313B-5FF1-20219FE8C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E9955-72A4-D2AC-BBE7-B4F3BF8A0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9236-5AE7-99D8-833B-B2E848D9F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Modulus operator and what it returns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The modulus operator </a:t>
            </a:r>
            <a:r>
              <a:rPr lang="en-US" b="1" i="1" dirty="0"/>
              <a:t>%</a:t>
            </a:r>
            <a:r>
              <a:rPr lang="en-US" dirty="0"/>
              <a:t> returns the </a:t>
            </a:r>
            <a:r>
              <a:rPr lang="en-US" b="1" dirty="0"/>
              <a:t>remainder</a:t>
            </a:r>
            <a:r>
              <a:rPr lang="en-US" dirty="0"/>
              <a:t> after dividing.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b="1" i="1" dirty="0"/>
              <a:t>10 % 3 == 1</a:t>
            </a:r>
            <a:r>
              <a:rPr lang="en-US" dirty="0"/>
              <a:t> (Since 10 = 3 * 3 + 1)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79B24-4B68-6B08-41D2-9B991FCDF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3909257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782D6-AD99-9DA6-E099-73B4AC994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704C1-B9C6-6FB0-C8F0-32418ABCC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F8A6E-25CC-A3AD-6DC4-33D110D9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difference between pre-increment &amp; post-increment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Pre-Increment (++a) </a:t>
            </a:r>
            <a:r>
              <a:rPr lang="en-US" dirty="0">
                <a:sym typeface="Wingdings" panose="05000000000000000000" pitchFamily="2" charset="2"/>
              </a:rPr>
              <a:t> Increment first, then uses the value.</a:t>
            </a:r>
          </a:p>
          <a:p>
            <a:r>
              <a:rPr lang="en-US" b="1" dirty="0">
                <a:sym typeface="Wingdings" panose="05000000000000000000" pitchFamily="2" charset="2"/>
              </a:rPr>
              <a:t>Post-Increment (a++) </a:t>
            </a:r>
            <a:r>
              <a:rPr lang="en-US" dirty="0">
                <a:sym typeface="Wingdings" panose="05000000000000000000" pitchFamily="2" charset="2"/>
              </a:rPr>
              <a:t> Uses the current value first, then increments.</a:t>
            </a:r>
          </a:p>
          <a:p>
            <a:endParaRPr lang="en-US" b="1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Both increases by 1, but timing of use differs.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4A59E-E4E2-EF36-8657-4C4A562CC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3568968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305A-7CCE-3F1C-53ED-8D2A4890D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355FF-2934-93D1-CCDB-907D0B5A7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4F937-15B4-37FF-1AAA-1AA994B73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does </a:t>
            </a:r>
            <a:r>
              <a:rPr lang="en-US" b="1" i="1" dirty="0"/>
              <a:t>a += 5</a:t>
            </a:r>
            <a:r>
              <a:rPr lang="en-US" b="1" dirty="0"/>
              <a:t> mean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It is shorthand for </a:t>
            </a:r>
            <a:r>
              <a:rPr lang="en-US" b="1" i="1" dirty="0"/>
              <a:t>a = a + 5</a:t>
            </a:r>
            <a:r>
              <a:rPr lang="en-US" dirty="0"/>
              <a:t> – adds 5 to the current value of </a:t>
            </a:r>
            <a:r>
              <a:rPr lang="en-US" b="1" i="1" dirty="0"/>
              <a:t>a</a:t>
            </a:r>
            <a:r>
              <a:rPr lang="en-US" dirty="0"/>
              <a:t> and stores the result back in </a:t>
            </a:r>
            <a:r>
              <a:rPr lang="en-US" b="1" i="1" dirty="0"/>
              <a:t>a</a:t>
            </a:r>
            <a:r>
              <a:rPr lang="en-US" dirty="0"/>
              <a:t>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29109-2AC9-7793-FA34-26441FEA3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791793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89244-18AF-853D-199C-D76868E2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D62B9-2A59-6DD3-B747-0AFAB5784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BF5B7-03AB-81BF-F08A-60398BC82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output of:</a:t>
            </a:r>
          </a:p>
          <a:p>
            <a:pPr marL="0" indent="0">
              <a:buNone/>
            </a:pPr>
            <a:r>
              <a:rPr lang="en-US" b="1" dirty="0"/>
              <a:t>int a = 5;</a:t>
            </a:r>
          </a:p>
          <a:p>
            <a:pPr marL="0" indent="0">
              <a:buNone/>
            </a:pPr>
            <a:r>
              <a:rPr lang="en-US" b="1" dirty="0" err="1"/>
              <a:t>System.out.println</a:t>
            </a:r>
            <a:r>
              <a:rPr lang="en-US" b="1" dirty="0"/>
              <a:t>(a++);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i="1" dirty="0"/>
              <a:t>5,</a:t>
            </a:r>
            <a:r>
              <a:rPr lang="en-US" dirty="0"/>
              <a:t> Post-Increment uses current value (5) first, then increments </a:t>
            </a:r>
            <a:r>
              <a:rPr lang="en-US" b="1" i="1" dirty="0"/>
              <a:t>a</a:t>
            </a:r>
            <a:r>
              <a:rPr lang="en-US" dirty="0"/>
              <a:t> to 6.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F98F3-FFC5-065E-EFE9-76B5E8574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5072685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B8B8-D55B-2CF2-2099-DEB71980A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24D4C-F8A4-4344-499A-1EAB05A61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67F27-7D22-C56F-4F2A-27C60EB17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output of:</a:t>
            </a:r>
          </a:p>
          <a:p>
            <a:pPr marL="0" indent="0">
              <a:buNone/>
            </a:pPr>
            <a:r>
              <a:rPr lang="en-US" b="1" dirty="0"/>
              <a:t>int a = 5;</a:t>
            </a:r>
          </a:p>
          <a:p>
            <a:pPr marL="0" indent="0">
              <a:buNone/>
            </a:pPr>
            <a:r>
              <a:rPr lang="en-US" b="1" dirty="0" err="1"/>
              <a:t>System.out.println</a:t>
            </a:r>
            <a:r>
              <a:rPr lang="en-US" b="1" dirty="0"/>
              <a:t>(++a);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i="1" dirty="0"/>
              <a:t>6,</a:t>
            </a:r>
            <a:r>
              <a:rPr lang="en-US" dirty="0"/>
              <a:t> Pre-Increment increments </a:t>
            </a:r>
            <a:r>
              <a:rPr lang="en-US" b="1" i="1" dirty="0"/>
              <a:t>a</a:t>
            </a:r>
            <a:r>
              <a:rPr lang="en-US" dirty="0"/>
              <a:t> to 6 first, then prints.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ED48A5-C82E-858D-FF6E-9E8CBBC23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680703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6BDB6-803C-E2DA-6AB0-9D2C704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2E64E-EC6E-859A-3A86-3B6E0F76B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9112-4B5F-D28A-6052-672C0B37E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the result of </a:t>
            </a:r>
            <a:r>
              <a:rPr lang="en-US" b="1" i="1" dirty="0"/>
              <a:t>10 / 3</a:t>
            </a:r>
            <a:r>
              <a:rPr lang="en-US" b="1" dirty="0"/>
              <a:t> in Java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i="1" dirty="0"/>
              <a:t>3</a:t>
            </a:r>
            <a:r>
              <a:rPr lang="en-US" dirty="0"/>
              <a:t> – because both integers, Java perform integer division and drops the decimal.</a:t>
            </a:r>
          </a:p>
          <a:p>
            <a:r>
              <a:rPr lang="en-US" dirty="0"/>
              <a:t>Use </a:t>
            </a:r>
            <a:r>
              <a:rPr lang="en-US" b="1" i="1" dirty="0"/>
              <a:t>(double)10/3)</a:t>
            </a:r>
            <a:r>
              <a:rPr lang="en-US" dirty="0"/>
              <a:t> to get </a:t>
            </a:r>
            <a:r>
              <a:rPr lang="en-US" b="1" i="1" dirty="0"/>
              <a:t>3.333…..</a:t>
            </a:r>
            <a:r>
              <a:rPr lang="en-US" i="1" dirty="0"/>
              <a:t> </a:t>
            </a:r>
            <a:endParaRPr lang="en-US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C68BD-85C0-C684-AD35-9789138E7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325937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2EADF-FB7F-DC58-60DB-564A3A638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F7E3A-149E-B01E-01A6-929C8FE85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7 -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EF4A3-6A72-FAE0-49FA-FEA3732CE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When would we use logical operators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When combining multiple conditions.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Checking if a user is eligible to vote – age &gt; 18 AND is a citizen </a:t>
            </a:r>
            <a:r>
              <a:rPr lang="en-US" dirty="0">
                <a:sym typeface="Wingdings" panose="05000000000000000000" pitchFamily="2" charset="2"/>
              </a:rPr>
              <a:t> use </a:t>
            </a:r>
            <a:r>
              <a:rPr lang="en-US" b="1" i="1" dirty="0">
                <a:sym typeface="Wingdings" panose="05000000000000000000" pitchFamily="2" charset="2"/>
              </a:rPr>
              <a:t>&amp;&amp;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Is either condition satisfies – use </a:t>
            </a:r>
            <a:r>
              <a:rPr lang="en-US" b="1" i="1" dirty="0">
                <a:sym typeface="Wingdings" panose="05000000000000000000" pitchFamily="2" charset="2"/>
              </a:rPr>
              <a:t>||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9323A-17DA-7FFC-4490-629BEEE12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3674410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7549-5791-76C1-EFFC-6077A8035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B3BFD-E870-B48E-851E-1E4C61094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i="1" dirty="0">
                <a:hlinkClick r:id="rId2"/>
              </a:rPr>
              <a:t>Lecture 8 – </a:t>
            </a:r>
            <a:r>
              <a:rPr lang="en-IN" b="1" i="1" dirty="0">
                <a:hlinkClick r:id="rId2"/>
              </a:rPr>
              <a:t>Input/Output in Java</a:t>
            </a:r>
            <a:endParaRPr lang="en-IN" b="1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D3EF1A-3267-EF29-6CD6-66A76011B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41729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E36E-1B3F-FAB0-2328-44236D091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7045F-8D2D-AB15-7688-FD535907E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1. Taking Input in Java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C0A6B-7B1E-5D77-D6EE-B23C9A3B3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Problem with Hard-Coded Values: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DB53D-1F35-655C-3CDD-A30C6D36D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171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557653-EB29-6AF9-08D7-AAFA44377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893" y="1809558"/>
            <a:ext cx="5392214" cy="4024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F6D32C-0A20-D5E2-D5D0-5383DFB22374}"/>
              </a:ext>
            </a:extLst>
          </p:cNvPr>
          <p:cNvSpPr txBox="1"/>
          <p:nvPr/>
        </p:nvSpPr>
        <p:spPr>
          <a:xfrm>
            <a:off x="838200" y="5833599"/>
            <a:ext cx="877214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The solution </a:t>
            </a:r>
            <a:r>
              <a:rPr lang="en-IN" sz="2800" b="1" dirty="0">
                <a:sym typeface="Wingdings" panose="05000000000000000000" pitchFamily="2" charset="2"/>
              </a:rPr>
              <a:t> Scanner class: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N" dirty="0">
                <a:sym typeface="Wingdings" panose="05000000000000000000" pitchFamily="2" charset="2"/>
              </a:rPr>
              <a:t>Java provides a built-in </a:t>
            </a:r>
            <a:r>
              <a:rPr lang="en-IN" b="1" dirty="0">
                <a:sym typeface="Wingdings" panose="05000000000000000000" pitchFamily="2" charset="2"/>
              </a:rPr>
              <a:t>Scanner class</a:t>
            </a:r>
            <a:r>
              <a:rPr lang="en-IN" dirty="0">
                <a:sym typeface="Wingdings" panose="05000000000000000000" pitchFamily="2" charset="2"/>
              </a:rPr>
              <a:t> to take input from the user at runtime.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266534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C51CC-FA16-5432-20F0-4399F23A9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96C8F-236D-D0E7-C165-FFF55EA31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2. Scanner Class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D6D9B-0FAF-BDB6-E48E-4D6D33860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Definition:</a:t>
            </a:r>
          </a:p>
          <a:p>
            <a:pPr lvl="1"/>
            <a:r>
              <a:rPr lang="en-US" b="1" dirty="0"/>
              <a:t>Scanner</a:t>
            </a:r>
            <a:r>
              <a:rPr lang="en-US" dirty="0"/>
              <a:t> is a Java class that provides method to read/take different types of input (int, float, String, boolean, etc.) from the user during program execution.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69612-311F-D3AC-E708-FE584C349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330502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87BEA-4375-D80F-8A3B-92654C23C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3E41E-0C8F-7388-451D-D5CBB6045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3. Setting up Scanner – Step by Step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5B6E4-D26A-25C9-E7D7-B12B2BB8E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9266"/>
            <a:ext cx="10515600" cy="55179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Step 1: Import Scanner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494A3-CC0E-863A-D8E3-310D744A7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173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0D7115-4C57-E837-912E-AB88FDC1C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125" y="1765163"/>
            <a:ext cx="6381750" cy="2143125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2C1250C-A857-46AD-527F-BFCDB9943C4E}"/>
              </a:ext>
            </a:extLst>
          </p:cNvPr>
          <p:cNvSpPr txBox="1">
            <a:spLocks/>
          </p:cNvSpPr>
          <p:nvPr/>
        </p:nvSpPr>
        <p:spPr>
          <a:xfrm>
            <a:off x="838200" y="4126624"/>
            <a:ext cx="10515600" cy="551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Step 2: Create Scanner Object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810FC2-A572-C947-DC13-85EDE87D3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5" y="4402521"/>
            <a:ext cx="619125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31510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7F690-0796-0574-94E8-217F4BACA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8015-BB2E-C359-8E65-7F235D73F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3. Setting up Scanner – Step by Step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439F9-0C7E-9884-504B-2ED361EB4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9266"/>
            <a:ext cx="10515600" cy="55179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Step 3: Use Scanner method to take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950826-9963-D3E9-4090-A68629FBC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174</a:t>
            </a:fld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EE71AB-672A-80ED-539F-3FA6B84F6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064" y="1765162"/>
            <a:ext cx="5373871" cy="2903494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C9DCEF7-2026-327F-426D-FDFD4D0DDF0E}"/>
              </a:ext>
            </a:extLst>
          </p:cNvPr>
          <p:cNvSpPr txBox="1">
            <a:spLocks/>
          </p:cNvSpPr>
          <p:nvPr/>
        </p:nvSpPr>
        <p:spPr>
          <a:xfrm>
            <a:off x="838200" y="4745419"/>
            <a:ext cx="10515600" cy="551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Step 4: Close Scanner (Best Practice)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2D9AC1-1C79-EC41-056E-29D809C72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6999" y="4944552"/>
            <a:ext cx="6858000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25841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3B8F-57CD-B4DC-674F-92E076D80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01267-E810-4730-5F4C-2A3A69DD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3. Setting up Scanner – Step by Step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22613-CA5F-E374-E82E-BB8CF6528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175</a:t>
            </a:fld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202A49-D4B6-A282-DAC2-415DBFE7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404" y="1054347"/>
            <a:ext cx="6585192" cy="5803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18904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042D7-76E8-67D7-5F4D-3E35B62F0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DE6C1-1F79-524D-11F3-BDD9178D4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4. All Scanner Methods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1981D-0CBC-3F03-23E2-DBE81887A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176</a:t>
            </a:fld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2F075D-759F-FF7B-00DD-9445994484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522513"/>
              </p:ext>
            </p:extLst>
          </p:nvPr>
        </p:nvGraphicFramePr>
        <p:xfrm>
          <a:off x="838200" y="1389380"/>
          <a:ext cx="10515600" cy="49669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821">
                  <a:extLst>
                    <a:ext uri="{9D8B030D-6E8A-4147-A177-3AD203B41FA5}">
                      <a16:colId xmlns:a16="http://schemas.microsoft.com/office/drawing/2014/main" val="3526887440"/>
                    </a:ext>
                  </a:extLst>
                </a:gridCol>
                <a:gridCol w="3421117">
                  <a:extLst>
                    <a:ext uri="{9D8B030D-6E8A-4147-A177-3AD203B41FA5}">
                      <a16:colId xmlns:a16="http://schemas.microsoft.com/office/drawing/2014/main" val="1253828591"/>
                    </a:ext>
                  </a:extLst>
                </a:gridCol>
                <a:gridCol w="4101662">
                  <a:extLst>
                    <a:ext uri="{9D8B030D-6E8A-4147-A177-3AD203B41FA5}">
                      <a16:colId xmlns:a16="http://schemas.microsoft.com/office/drawing/2014/main" val="3347529111"/>
                    </a:ext>
                  </a:extLst>
                </a:gridCol>
              </a:tblGrid>
              <a:tr h="451543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Data Type 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40700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sc.nextInt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int a = </a:t>
                      </a:r>
                      <a:r>
                        <a:rPr lang="en-IN" b="1" i="1" dirty="0" err="1"/>
                        <a:t>sc.nextInt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688081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sc.nextLong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long l = </a:t>
                      </a:r>
                      <a:r>
                        <a:rPr lang="en-IN" b="1" i="1" dirty="0" err="1"/>
                        <a:t>sc.nextLong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36455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sc.nextShort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short s = </a:t>
                      </a:r>
                      <a:r>
                        <a:rPr lang="en-IN" b="1" i="1" dirty="0" err="1"/>
                        <a:t>sc.nextShort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5615327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sc.nextByte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byte b = </a:t>
                      </a:r>
                      <a:r>
                        <a:rPr lang="en-IN" b="1" i="1" dirty="0" err="1"/>
                        <a:t>sc.nextByte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131501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sc.nextFloat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float f = </a:t>
                      </a:r>
                      <a:r>
                        <a:rPr lang="en-IN" b="1" i="1" dirty="0" err="1"/>
                        <a:t>sc.nextFloat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1483025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sc.nextDouble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double d = </a:t>
                      </a:r>
                      <a:r>
                        <a:rPr lang="en-IN" b="1" i="1" dirty="0" err="1"/>
                        <a:t>sc.nextDouble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300629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sc.nextBoolean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boolean b = </a:t>
                      </a:r>
                      <a:r>
                        <a:rPr lang="en-IN" b="1" i="1" dirty="0" err="1"/>
                        <a:t>sc.nextBoolean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371535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String(single word)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String s = </a:t>
                      </a:r>
                      <a:r>
                        <a:rPr lang="en-IN" b="1" i="1" dirty="0" err="1"/>
                        <a:t>sc.next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8348090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sc.nextLine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String (Full 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/>
                        <a:t>String line = </a:t>
                      </a:r>
                      <a:r>
                        <a:rPr lang="en-IN" b="1" i="1" dirty="0" err="1"/>
                        <a:t>sc.nextLine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7953607"/>
                  </a:ext>
                </a:extLst>
              </a:tr>
              <a:tr h="451543">
                <a:tc>
                  <a:txBody>
                    <a:bodyPr/>
                    <a:lstStyle/>
                    <a:p>
                      <a:pPr algn="just"/>
                      <a:r>
                        <a:rPr lang="en-IN" b="1" i="1" dirty="0" err="1"/>
                        <a:t>sc.nextBigInteger</a:t>
                      </a:r>
                      <a:r>
                        <a:rPr lang="en-IN" b="1" i="1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BigInteger</a:t>
                      </a:r>
                      <a:r>
                        <a:rPr lang="en-IN" dirty="0"/>
                        <a:t> (Very large)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1" dirty="0" err="1"/>
                        <a:t>BigInteger</a:t>
                      </a:r>
                      <a:r>
                        <a:rPr lang="en-IN" b="1" i="1" dirty="0"/>
                        <a:t> bi = </a:t>
                      </a:r>
                      <a:r>
                        <a:rPr lang="en-IN" b="1" i="1" dirty="0" err="1"/>
                        <a:t>sc.nextBigInteger</a:t>
                      </a:r>
                      <a:r>
                        <a:rPr lang="en-IN" b="1" i="1" dirty="0"/>
                        <a:t>();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141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064330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9F65A-B4F7-2CAF-EC74-0C3E0094F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0B6E9-9554-2AB9-317B-0C80248BE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5. Program – Multiple Data Type Input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4C951-3374-9097-2329-2661AF0C5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177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63C77A-6C9E-F1D1-78C6-93D911D36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9588" y="1146517"/>
            <a:ext cx="5872824" cy="571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05161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B48E8-5E2A-68D1-9E9B-E4FADEF38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E87CC-0855-F3B9-302C-12E164D75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Java Garbage Collector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0BDD8-B17B-330D-C94E-0A8667922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9266"/>
            <a:ext cx="10515600" cy="4611989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/>
              <a:t>Background – Stack vs Heap Memory:</a:t>
            </a:r>
          </a:p>
          <a:p>
            <a:pPr marL="0" indent="0">
              <a:buNone/>
            </a:pPr>
            <a:r>
              <a:rPr lang="en-US" b="1" dirty="0"/>
              <a:t>Definition:</a:t>
            </a:r>
          </a:p>
          <a:p>
            <a:pPr lvl="1"/>
            <a:r>
              <a:rPr lang="en-US" dirty="0"/>
              <a:t>Every Java program has access to 2 types of memory:</a:t>
            </a:r>
          </a:p>
          <a:p>
            <a:pPr lvl="2"/>
            <a:r>
              <a:rPr lang="en-US" b="1" dirty="0"/>
              <a:t>Stack Memory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stores local variables, method calls (small, fast).</a:t>
            </a:r>
          </a:p>
          <a:p>
            <a:pPr lvl="2"/>
            <a:r>
              <a:rPr lang="en-US" b="1" dirty="0">
                <a:sym typeface="Wingdings" panose="05000000000000000000" pitchFamily="2" charset="2"/>
              </a:rPr>
              <a:t>Heap Memory</a:t>
            </a:r>
            <a:r>
              <a:rPr lang="en-US" dirty="0">
                <a:sym typeface="Wingdings" panose="05000000000000000000" pitchFamily="2" charset="2"/>
              </a:rPr>
              <a:t>  stores objects created with </a:t>
            </a:r>
            <a:r>
              <a:rPr lang="en-US" b="1" i="1" dirty="0">
                <a:sym typeface="Wingdings" panose="05000000000000000000" pitchFamily="2" charset="2"/>
              </a:rPr>
              <a:t>new</a:t>
            </a:r>
            <a:r>
              <a:rPr lang="en-US" dirty="0">
                <a:sym typeface="Wingdings" panose="05000000000000000000" pitchFamily="2" charset="2"/>
              </a:rPr>
              <a:t> keyword (large, dynamic).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7FEFB-6ED0-30C1-9A36-4AA6E3D26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178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09D88E-3A52-1612-1FD2-A76A5786C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52" y="3429000"/>
            <a:ext cx="7880096" cy="2532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64623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734B8-785F-836B-9EB3-5D863835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A5325-9F3A-66BA-837A-42F59E0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Java Garbage Collector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AB4B-6F0E-6291-55F1-F6D7253BE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9266"/>
            <a:ext cx="10515600" cy="4611989"/>
          </a:xfrm>
        </p:spPr>
        <p:txBody>
          <a:bodyPr/>
          <a:lstStyle/>
          <a:p>
            <a:pPr marL="0" indent="0" algn="just">
              <a:buNone/>
            </a:pPr>
            <a:r>
              <a:rPr lang="en-US" b="1" dirty="0"/>
              <a:t>Memory Leak:</a:t>
            </a:r>
          </a:p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Memory Leak</a:t>
            </a:r>
            <a:r>
              <a:rPr lang="en-US" dirty="0"/>
              <a:t> occurs when heap memory allocated to an Object is NOT freed after the object is no longer needed – that memory remains locked / waster, reducing available memory.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F988B-35DC-F0E0-4CE1-A6D064AE5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259140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514B0-96DB-6E48-7490-C299A393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F8AB9-BB77-F0C7-14CC-F22E6CDC4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just"/>
            <a:r>
              <a:rPr lang="en-US" b="1" dirty="0"/>
              <a:t>6. Java Garbage Collector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4448F-E3EE-20C6-358D-80E61BAE3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9266"/>
            <a:ext cx="10515600" cy="4611989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dirty="0"/>
              <a:t>Java’s Solution – Garbage Collector</a:t>
            </a:r>
          </a:p>
          <a:p>
            <a:pPr marL="0" indent="0" algn="just">
              <a:buNone/>
            </a:pPr>
            <a:r>
              <a:rPr lang="en-US" b="1" dirty="0"/>
              <a:t>Definition:</a:t>
            </a:r>
          </a:p>
          <a:p>
            <a:pPr lvl="1" algn="just"/>
            <a:r>
              <a:rPr lang="en-US" b="1" dirty="0"/>
              <a:t>Java Garbage Collector (GC)</a:t>
            </a:r>
            <a:r>
              <a:rPr lang="en-US" dirty="0"/>
              <a:t> is an automatic memory management entity in Java that </a:t>
            </a:r>
            <a:r>
              <a:rPr lang="en-US" b="1" dirty="0"/>
              <a:t>automatically identifies and frees heap memory</a:t>
            </a:r>
            <a:r>
              <a:rPr lang="en-US" dirty="0"/>
              <a:t> from object that are no longer reachable / needed – without any manual intervention from the programmer.</a:t>
            </a:r>
          </a:p>
          <a:p>
            <a:pPr lvl="1" algn="just"/>
            <a:endParaRPr lang="en-US" b="1" dirty="0"/>
          </a:p>
          <a:p>
            <a:pPr marL="0" indent="0" algn="just">
              <a:buNone/>
            </a:pPr>
            <a:r>
              <a:rPr lang="en-US" b="1" dirty="0"/>
              <a:t>What GC does:</a:t>
            </a:r>
          </a:p>
          <a:p>
            <a:pPr algn="just"/>
            <a:r>
              <a:rPr lang="en-US" dirty="0"/>
              <a:t>Automatically finds objects that are </a:t>
            </a:r>
            <a:r>
              <a:rPr lang="en-US" b="1" dirty="0"/>
              <a:t>no longer reachable</a:t>
            </a:r>
            <a:r>
              <a:rPr lang="en-US" dirty="0"/>
              <a:t>.</a:t>
            </a:r>
          </a:p>
          <a:p>
            <a:pPr algn="just"/>
            <a:r>
              <a:rPr lang="en-US" b="1" dirty="0"/>
              <a:t>Frees</a:t>
            </a:r>
            <a:r>
              <a:rPr lang="en-US" dirty="0"/>
              <a:t> the heap memory occupied by those objects.</a:t>
            </a:r>
          </a:p>
          <a:p>
            <a:pPr algn="just"/>
            <a:r>
              <a:rPr lang="en-US" dirty="0"/>
              <a:t>Prevents </a:t>
            </a:r>
            <a:r>
              <a:rPr lang="en-US" b="1" dirty="0"/>
              <a:t>memory leaks.</a:t>
            </a:r>
          </a:p>
          <a:p>
            <a:pPr algn="just"/>
            <a:r>
              <a:rPr lang="en-US" b="1" dirty="0"/>
              <a:t>Improves performance</a:t>
            </a:r>
            <a:r>
              <a:rPr lang="en-US" dirty="0"/>
              <a:t> by freeing up memory for reuse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BE2F8-B044-0581-0F5A-7D4310FEA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7366909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7C34B-081F-01F8-2729-7A463C463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BFD4C-0B42-90CB-82D7-EA9EA820B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8 -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A8017-CBC7-9E0F-39C6-2B347307B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How do we take input in Java 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IN" dirty="0"/>
              <a:t>Using the </a:t>
            </a:r>
            <a:r>
              <a:rPr lang="en-IN" b="1" dirty="0"/>
              <a:t>Scanner class</a:t>
            </a:r>
            <a:r>
              <a:rPr lang="en-IN" dirty="0"/>
              <a:t> from </a:t>
            </a:r>
            <a:r>
              <a:rPr lang="en-IN" b="1" i="1" dirty="0" err="1"/>
              <a:t>java.util</a:t>
            </a:r>
            <a:r>
              <a:rPr lang="en-IN" b="1" i="1" dirty="0"/>
              <a:t> </a:t>
            </a:r>
            <a:r>
              <a:rPr lang="en-IN" dirty="0"/>
              <a:t>package. </a:t>
            </a:r>
          </a:p>
          <a:p>
            <a:r>
              <a:rPr lang="en-IN" dirty="0"/>
              <a:t>Create a Scanner object: </a:t>
            </a:r>
            <a:r>
              <a:rPr lang="en-IN" b="1" i="1" dirty="0"/>
              <a:t>Scanner </a:t>
            </a:r>
            <a:r>
              <a:rPr lang="en-IN" b="1" i="1" dirty="0" err="1"/>
              <a:t>sc</a:t>
            </a:r>
            <a:r>
              <a:rPr lang="en-IN" b="1" i="1" dirty="0"/>
              <a:t> = new Scanner(System.in)</a:t>
            </a:r>
            <a:r>
              <a:rPr lang="en-IN" dirty="0"/>
              <a:t>, then use methods like </a:t>
            </a:r>
            <a:r>
              <a:rPr lang="en-IN" b="1" i="1" dirty="0" err="1"/>
              <a:t>sc.nextInt</a:t>
            </a:r>
            <a:r>
              <a:rPr lang="en-IN" b="1" i="1" dirty="0"/>
              <a:t>()</a:t>
            </a:r>
            <a:r>
              <a:rPr lang="en-IN" dirty="0"/>
              <a:t>, </a:t>
            </a:r>
            <a:r>
              <a:rPr lang="en-IN" b="1" i="1" dirty="0" err="1"/>
              <a:t>sc.nextLine</a:t>
            </a:r>
            <a:r>
              <a:rPr lang="en-IN" b="1" i="1" dirty="0"/>
              <a:t>() </a:t>
            </a:r>
            <a:r>
              <a:rPr lang="en-IN" dirty="0"/>
              <a:t>etc. to read input.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722F-DDC8-617B-3B45-070D0A380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958893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BD141-98F1-879D-E00F-8A0E4591D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3893E-374B-EC86-B1B0-1EEA81473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8 -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85ABD-2D69-F1DF-2A34-877BCFEBD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What is the difference between </a:t>
            </a:r>
            <a:r>
              <a:rPr lang="en-IN" b="1" i="1" dirty="0" err="1"/>
              <a:t>sc.next</a:t>
            </a:r>
            <a:r>
              <a:rPr lang="en-IN" b="1" i="1" dirty="0"/>
              <a:t>() </a:t>
            </a:r>
            <a:r>
              <a:rPr lang="en-IN" b="1" dirty="0"/>
              <a:t>and </a:t>
            </a:r>
            <a:r>
              <a:rPr lang="en-IN" b="1" i="1" dirty="0" err="1"/>
              <a:t>sc.nextLine</a:t>
            </a:r>
            <a:r>
              <a:rPr lang="en-IN" b="1" i="1" dirty="0"/>
              <a:t>() 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IN" b="1" i="1" dirty="0" err="1"/>
              <a:t>sc.next</a:t>
            </a:r>
            <a:r>
              <a:rPr lang="en-IN" b="1" i="1" dirty="0"/>
              <a:t>() </a:t>
            </a:r>
            <a:r>
              <a:rPr lang="en-IN" dirty="0"/>
              <a:t>reads only a single word (stops at space). </a:t>
            </a:r>
          </a:p>
          <a:p>
            <a:r>
              <a:rPr lang="en-IN" b="1" i="1" dirty="0" err="1"/>
              <a:t>sc.nextLine</a:t>
            </a:r>
            <a:r>
              <a:rPr lang="en-IN" b="1" i="1" dirty="0"/>
              <a:t>() </a:t>
            </a:r>
            <a:r>
              <a:rPr lang="en-IN" dirty="0"/>
              <a:t>reads the entire line including spaces until Enter is pressed.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88B5E-3DDB-E91E-BF19-E6BB3A871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03895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2DCA1-7468-A9CA-100B-155A6317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8A6A-FB7F-253E-6537-50D5A5021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8 -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C419B-DB9E-0BC7-2842-4E01BE18F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Why should we close the Scanner after use 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IN" dirty="0"/>
              <a:t>To prevent </a:t>
            </a:r>
            <a:r>
              <a:rPr lang="en-IN" b="1" dirty="0"/>
              <a:t>resource leak</a:t>
            </a:r>
            <a:r>
              <a:rPr lang="en-IN" dirty="0"/>
              <a:t> — closing the Scanner releases the I/O stream it holds. </a:t>
            </a:r>
          </a:p>
          <a:p>
            <a:r>
              <a:rPr lang="en-IN" dirty="0"/>
              <a:t>It's considered best practice to call </a:t>
            </a:r>
            <a:r>
              <a:rPr lang="en-IN" b="1" i="1" dirty="0" err="1"/>
              <a:t>sc.close</a:t>
            </a:r>
            <a:r>
              <a:rPr lang="en-IN" b="1" i="1" dirty="0"/>
              <a:t>() </a:t>
            </a:r>
            <a:r>
              <a:rPr lang="en-IN" dirty="0"/>
              <a:t>when done with input.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39A52-2098-353B-CDD4-6A2D11F8E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3050152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70A4A-76CA-6D5A-10BB-567C245F3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8D01C-9C46-FA32-2C2E-0CD6BE892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8 -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679AE-5FCB-33DD-5703-3903BBDAA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What is Java Garbage Collector 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IN" dirty="0"/>
              <a:t>An automatic memory management component of JVM that identifies and frees heap memory from objects that are no longer reachable/referenced — preventing memory leaks without any manual programmer intervention.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294CD6-D707-089B-26D9-227B9022A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054389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CA9D-B309-1BE4-6F1A-E66CA07FA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EC88-6E27-6900-DD73-42A56D50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8 -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8EC29-681A-08B7-3BFC-BCB7A5F91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What is the difference between Stack and Heap memory 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IN" b="1" dirty="0"/>
              <a:t>Stack</a:t>
            </a:r>
            <a:r>
              <a:rPr lang="en-IN" dirty="0"/>
              <a:t> stores local variables and method call frames — small, fast, automatically managed. </a:t>
            </a:r>
          </a:p>
          <a:p>
            <a:r>
              <a:rPr lang="en-IN" b="1" dirty="0"/>
              <a:t>Heap</a:t>
            </a:r>
            <a:r>
              <a:rPr lang="en-IN" dirty="0"/>
              <a:t> stores objects created with </a:t>
            </a:r>
            <a:r>
              <a:rPr lang="en-IN" b="1" i="1" dirty="0"/>
              <a:t>new</a:t>
            </a:r>
            <a:r>
              <a:rPr lang="en-IN" dirty="0"/>
              <a:t> keyword — large, dynamic, managed by Garbage Collector.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25938-EF10-AD3F-9AF2-68ABA5E00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903572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497E0-FDD9-E3B6-6967-F1787044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E7B59-A40F-BD9E-9532-20E25C244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8 -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2FCDB-A18C-1FA5-329F-91783AFF8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What is a Memory Leak and how does Java prevent it 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IN" dirty="0"/>
              <a:t>Memory leak occurs when allocated heap memory is not freed after use — wasting resources. </a:t>
            </a:r>
          </a:p>
          <a:p>
            <a:r>
              <a:rPr lang="en-IN" dirty="0"/>
              <a:t>Java prevents it through the </a:t>
            </a:r>
            <a:r>
              <a:rPr lang="en-IN" b="1" dirty="0"/>
              <a:t>Garbage Collector</a:t>
            </a:r>
            <a:r>
              <a:rPr lang="en-IN" dirty="0"/>
              <a:t> which automatically detects and frees unreachable objects.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D9969-9DF5-5B79-D758-972DFA6E2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051186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17DF-1030-2D7D-722B-8A9B578F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58EFF-0B64-DE12-36CA-69BFDD4AB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178"/>
          </a:xfrm>
        </p:spPr>
        <p:txBody>
          <a:bodyPr/>
          <a:lstStyle/>
          <a:p>
            <a:pPr algn="ctr"/>
            <a:r>
              <a:rPr lang="en-US" b="1" dirty="0"/>
              <a:t>Lecture 8 - Questions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88B82-85D4-48BC-FAD1-D789ED506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193"/>
            <a:ext cx="10515600" cy="4710770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How is memory management different in Java vs C++ </a:t>
            </a:r>
            <a:r>
              <a:rPr lang="en-US" b="1" dirty="0"/>
              <a:t>?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IN" dirty="0"/>
              <a:t>In C++, programmer must manually free heap memory using </a:t>
            </a:r>
            <a:r>
              <a:rPr lang="en-IN" b="1" i="1" dirty="0"/>
              <a:t>delete</a:t>
            </a:r>
            <a:r>
              <a:rPr lang="en-IN" dirty="0"/>
              <a:t>/</a:t>
            </a:r>
            <a:r>
              <a:rPr lang="en-IN" b="1" i="1" dirty="0"/>
              <a:t>free</a:t>
            </a:r>
            <a:r>
              <a:rPr lang="en-IN" dirty="0"/>
              <a:t> — failure causes memory leaks. </a:t>
            </a:r>
          </a:p>
          <a:p>
            <a:r>
              <a:rPr lang="en-IN" dirty="0"/>
              <a:t>In Java, the Garbage Collector automatically handles memory deallocation — reducing programmer burden and memory leak risks.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A856C-F50A-B0FE-D6E7-25D2BB9E1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94BE6-1148-421C-BF83-AA53B1C2BA1B}" type="slidenum">
              <a:rPr lang="en-IN" smtClean="0"/>
              <a:t>187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317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8868</Words>
  <Application>Microsoft Office PowerPoint</Application>
  <PresentationFormat>Widescreen</PresentationFormat>
  <Paragraphs>1792</Paragraphs>
  <Slides>187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187</vt:i4>
      </vt:variant>
    </vt:vector>
  </HeadingPairs>
  <TitlesOfParts>
    <vt:vector size="193" baseType="lpstr">
      <vt:lpstr>Aptos</vt:lpstr>
      <vt:lpstr>Aptos Display</vt:lpstr>
      <vt:lpstr>Arial</vt:lpstr>
      <vt:lpstr>JetBrains Mono ExtraBold</vt:lpstr>
      <vt:lpstr>Wingdings</vt:lpstr>
      <vt:lpstr>Office Theme</vt:lpstr>
      <vt:lpstr>Java with DSA</vt:lpstr>
      <vt:lpstr>Lecture 1 - Flowchart &amp; Pseudocode + Basics</vt:lpstr>
      <vt:lpstr>What is Programming?</vt:lpstr>
      <vt:lpstr>What is an Algorithm?</vt:lpstr>
      <vt:lpstr>How to Approach a Problem</vt:lpstr>
      <vt:lpstr>PowerPoint Presentation</vt:lpstr>
      <vt:lpstr>Flowchart &amp; its Components</vt:lpstr>
      <vt:lpstr>PowerPoint Presentation</vt:lpstr>
      <vt:lpstr>PowerPoint Presentation</vt:lpstr>
      <vt:lpstr>Pseudocode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Lecture 2 – How a Java Program Runs</vt:lpstr>
      <vt:lpstr>Program Execution</vt:lpstr>
      <vt:lpstr>User code (.java file)</vt:lpstr>
      <vt:lpstr>Compiler</vt:lpstr>
      <vt:lpstr>Byte Code (.class file)</vt:lpstr>
      <vt:lpstr>Byte Code (.class file)</vt:lpstr>
      <vt:lpstr>JVM (Java Virtual Machine)</vt:lpstr>
      <vt:lpstr>JVM (Java Virtual Machine)</vt:lpstr>
      <vt:lpstr>JRE (Java Runtime Environment)</vt:lpstr>
      <vt:lpstr>JRE (Java Runtime Environment)</vt:lpstr>
      <vt:lpstr>JDK (Java Development Kit)</vt:lpstr>
      <vt:lpstr>JDK (Java Development Kit)</vt:lpstr>
      <vt:lpstr>Lecture 2 - Questions</vt:lpstr>
      <vt:lpstr>Lecture 2 - Questions</vt:lpstr>
      <vt:lpstr>Lecture 2 - Questions</vt:lpstr>
      <vt:lpstr>Lecture 3 – IDE Setup for Coding</vt:lpstr>
      <vt:lpstr>Ways to write JavaScript</vt:lpstr>
      <vt:lpstr>Option 1: Online Compiler</vt:lpstr>
      <vt:lpstr>Option 1: Online Compiler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Option 2: IntelliJ IDEA (Professional IDE)</vt:lpstr>
      <vt:lpstr>Online Compiler vs IntelliJ IDEA</vt:lpstr>
      <vt:lpstr>Lecture 3 - Questions</vt:lpstr>
      <vt:lpstr>Lecture 3 - Questions</vt:lpstr>
      <vt:lpstr>Lecture 3 - Questions</vt:lpstr>
      <vt:lpstr>Lecture 3 - Questions</vt:lpstr>
      <vt:lpstr>Lecture 4 – Write your FIRST Java Program</vt:lpstr>
      <vt:lpstr>Function / Method</vt:lpstr>
      <vt:lpstr>Function / Method</vt:lpstr>
      <vt:lpstr>Return Types</vt:lpstr>
      <vt:lpstr>Block of Code (Curly Brackets {})</vt:lpstr>
      <vt:lpstr>Block of Code (Curly Brackets {})</vt:lpstr>
      <vt:lpstr>Main Function – Entry Point</vt:lpstr>
      <vt:lpstr>Main Function – Entry Point</vt:lpstr>
      <vt:lpstr>Main Function – Entry Point</vt:lpstr>
      <vt:lpstr>Main Function – Entry Point</vt:lpstr>
      <vt:lpstr>Class</vt:lpstr>
      <vt:lpstr>System.out.println vs System.out.print</vt:lpstr>
      <vt:lpstr>System.out.println vs System.out.print</vt:lpstr>
      <vt:lpstr>String</vt:lpstr>
      <vt:lpstr>String</vt:lpstr>
      <vt:lpstr>String Concatenation</vt:lpstr>
      <vt:lpstr>String Concatenation</vt:lpstr>
      <vt:lpstr>Semicolon</vt:lpstr>
      <vt:lpstr>Comments</vt:lpstr>
      <vt:lpstr>Comments</vt:lpstr>
      <vt:lpstr>Comments</vt:lpstr>
      <vt:lpstr>Comments</vt:lpstr>
      <vt:lpstr>Complete First Java Program</vt:lpstr>
      <vt:lpstr>Complete First Java Program</vt:lpstr>
      <vt:lpstr>Lecture 4 - Questions</vt:lpstr>
      <vt:lpstr>Lecture 4 - Questions</vt:lpstr>
      <vt:lpstr>Lecture 4 - Questions</vt:lpstr>
      <vt:lpstr>Lecture 4 - Questions</vt:lpstr>
      <vt:lpstr>Lecture 4 - Questions</vt:lpstr>
      <vt:lpstr>Lecture 4 - Questions</vt:lpstr>
      <vt:lpstr>Lecture 5 – Variables</vt:lpstr>
      <vt:lpstr>1. What is a Variable ?</vt:lpstr>
      <vt:lpstr>PowerPoint Presentation</vt:lpstr>
      <vt:lpstr>2. Variable Syntax</vt:lpstr>
      <vt:lpstr>2. Variable Syntax</vt:lpstr>
      <vt:lpstr>3. Assignment Operator (=)</vt:lpstr>
      <vt:lpstr>4. Declaration vs Initialization</vt:lpstr>
      <vt:lpstr>4. Declaration vs Initialization</vt:lpstr>
      <vt:lpstr>5. Variable Naming Rules</vt:lpstr>
      <vt:lpstr>5. Variable Naming Rules</vt:lpstr>
      <vt:lpstr>5. Variable Naming Rules</vt:lpstr>
      <vt:lpstr>5. Variable Naming Rules</vt:lpstr>
      <vt:lpstr>5. Variable Naming Rules</vt:lpstr>
      <vt:lpstr>5. Variable Naming Rules</vt:lpstr>
      <vt:lpstr>6. Naming Conventions</vt:lpstr>
      <vt:lpstr>6. Naming Conventions</vt:lpstr>
      <vt:lpstr>6. Naming Conventions</vt:lpstr>
      <vt:lpstr>7. Complete Code Example</vt:lpstr>
      <vt:lpstr>Lecture 5 - Questions</vt:lpstr>
      <vt:lpstr>Lecture 5 - Questions</vt:lpstr>
      <vt:lpstr>Lecture 5 - Questions</vt:lpstr>
      <vt:lpstr>Lecture 5 - Questions</vt:lpstr>
      <vt:lpstr>Lecture 5 - Questions</vt:lpstr>
      <vt:lpstr>Lecture 5 - Questions</vt:lpstr>
      <vt:lpstr>Lecture 6 – Data Types &amp; Type Casting in Java</vt:lpstr>
      <vt:lpstr>1. What is a Data Type ?</vt:lpstr>
      <vt:lpstr>2. Category of Data Types in Java</vt:lpstr>
      <vt:lpstr>3. Primitive Data Type</vt:lpstr>
      <vt:lpstr>4. All Primitive Data Types</vt:lpstr>
      <vt:lpstr>4. All Primitive Data Types</vt:lpstr>
      <vt:lpstr>4. All Primitive Data Types</vt:lpstr>
      <vt:lpstr>4. All Primitive Data Types</vt:lpstr>
      <vt:lpstr>4. All Primitive Data Types</vt:lpstr>
      <vt:lpstr>4. All Primitive Data Types</vt:lpstr>
      <vt:lpstr>4. All Primitive Data Types</vt:lpstr>
      <vt:lpstr>4. All Primitive Data Types</vt:lpstr>
      <vt:lpstr>5. ASCII Values (Character Mapping)</vt:lpstr>
      <vt:lpstr>5. ASCII Values (Character Mapping)</vt:lpstr>
      <vt:lpstr>6. Type Casting (Type Conversion)</vt:lpstr>
      <vt:lpstr>6.1. Implicit Conversion (Widening)</vt:lpstr>
      <vt:lpstr>6.1. Implicit Conversion (Widening)</vt:lpstr>
      <vt:lpstr>6.2. Explicit Conversion (Narrowing)</vt:lpstr>
      <vt:lpstr>6.2. Explicit Conversion (Narrowing)</vt:lpstr>
      <vt:lpstr>7. Implicit vs Explicit</vt:lpstr>
      <vt:lpstr>Lecture 6 - Questions</vt:lpstr>
      <vt:lpstr>Lecture 6 - Questions</vt:lpstr>
      <vt:lpstr>Lecture 6 - Questions</vt:lpstr>
      <vt:lpstr>Lecture 6 - Questions</vt:lpstr>
      <vt:lpstr>Lecture 6 - Questions</vt:lpstr>
      <vt:lpstr>Lecture 6 - Questions</vt:lpstr>
      <vt:lpstr>Lecture 6 - Questions</vt:lpstr>
      <vt:lpstr>Lecture 7 – Operators in Java</vt:lpstr>
      <vt:lpstr>1. What is an Operator ?</vt:lpstr>
      <vt:lpstr>2. Arithmetic Operator</vt:lpstr>
      <vt:lpstr>2. Arithmetic Operator</vt:lpstr>
      <vt:lpstr>2. Arithmetic Operator</vt:lpstr>
      <vt:lpstr>3. Relational Operator</vt:lpstr>
      <vt:lpstr>3. Relational Operator</vt:lpstr>
      <vt:lpstr>4. Logical Operators</vt:lpstr>
      <vt:lpstr>4. Logical Operators</vt:lpstr>
      <vt:lpstr>4. Logical Operators</vt:lpstr>
      <vt:lpstr>4. Logical Operators</vt:lpstr>
      <vt:lpstr>5. Assignment Operators</vt:lpstr>
      <vt:lpstr>5. Assignment Operators</vt:lpstr>
      <vt:lpstr>5. Assignment Operators</vt:lpstr>
      <vt:lpstr>6. Unary Operators</vt:lpstr>
      <vt:lpstr>6. Unary Operators</vt:lpstr>
      <vt:lpstr>6. Unary Operators</vt:lpstr>
      <vt:lpstr>6. Unary Operators</vt:lpstr>
      <vt:lpstr>6. Unary Operators</vt:lpstr>
      <vt:lpstr>7. Bitwise Operators (Coming Later)</vt:lpstr>
      <vt:lpstr>Lecture 7 - Questions</vt:lpstr>
      <vt:lpstr>Lecture 7 - Questions</vt:lpstr>
      <vt:lpstr>Lecture 7 - Questions</vt:lpstr>
      <vt:lpstr>Lecture 7 - Questions</vt:lpstr>
      <vt:lpstr>Lecture 7 - Questions</vt:lpstr>
      <vt:lpstr>Lecture 7 - Questions</vt:lpstr>
      <vt:lpstr>Lecture 7 - Questions</vt:lpstr>
      <vt:lpstr>Lecture 7 - Questions</vt:lpstr>
      <vt:lpstr>Lecture 8 – Input/Output in Java</vt:lpstr>
      <vt:lpstr>1. Taking Input in Java</vt:lpstr>
      <vt:lpstr>2. Scanner Class</vt:lpstr>
      <vt:lpstr>3. Setting up Scanner – Step by Step</vt:lpstr>
      <vt:lpstr>3. Setting up Scanner – Step by Step</vt:lpstr>
      <vt:lpstr>3. Setting up Scanner – Step by Step</vt:lpstr>
      <vt:lpstr>4. All Scanner Methods</vt:lpstr>
      <vt:lpstr>5. Program – Multiple Data Type Input</vt:lpstr>
      <vt:lpstr>6. Java Garbage Collector</vt:lpstr>
      <vt:lpstr>6. Java Garbage Collector</vt:lpstr>
      <vt:lpstr>6. Java Garbage Collector</vt:lpstr>
      <vt:lpstr>Lecture 8 - Questions</vt:lpstr>
      <vt:lpstr>Lecture 8 - Questions</vt:lpstr>
      <vt:lpstr>Lecture 8 - Questions</vt:lpstr>
      <vt:lpstr>Lecture 8 - Questions</vt:lpstr>
      <vt:lpstr>Lecture 8 - Questions</vt:lpstr>
      <vt:lpstr>Lecture 8 - Questions</vt:lpstr>
      <vt:lpstr>Lecture 8 -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SINGH</dc:creator>
  <cp:lastModifiedBy>SHUBHAM SINGH</cp:lastModifiedBy>
  <cp:revision>583</cp:revision>
  <dcterms:created xsi:type="dcterms:W3CDTF">2026-06-05T15:16:37Z</dcterms:created>
  <dcterms:modified xsi:type="dcterms:W3CDTF">2026-07-01T20:17:15Z</dcterms:modified>
</cp:coreProperties>
</file>